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1"/>
  </p:notesMasterIdLst>
  <p:handoutMasterIdLst>
    <p:handoutMasterId r:id="rId52"/>
  </p:handoutMasterIdLst>
  <p:sldIdLst>
    <p:sldId id="278" r:id="rId5"/>
    <p:sldId id="279" r:id="rId6"/>
    <p:sldId id="309" r:id="rId7"/>
    <p:sldId id="310" r:id="rId8"/>
    <p:sldId id="311" r:id="rId9"/>
    <p:sldId id="280" r:id="rId10"/>
    <p:sldId id="281" r:id="rId11"/>
    <p:sldId id="282" r:id="rId12"/>
    <p:sldId id="283" r:id="rId13"/>
    <p:sldId id="284" r:id="rId14"/>
    <p:sldId id="285" r:id="rId15"/>
    <p:sldId id="286" r:id="rId16"/>
    <p:sldId id="287" r:id="rId17"/>
    <p:sldId id="288" r:id="rId18"/>
    <p:sldId id="289" r:id="rId19"/>
    <p:sldId id="294" r:id="rId20"/>
    <p:sldId id="293" r:id="rId21"/>
    <p:sldId id="290" r:id="rId22"/>
    <p:sldId id="291" r:id="rId23"/>
    <p:sldId id="292"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12" r:id="rId38"/>
    <p:sldId id="313" r:id="rId39"/>
    <p:sldId id="314" r:id="rId40"/>
    <p:sldId id="315" r:id="rId41"/>
    <p:sldId id="316" r:id="rId42"/>
    <p:sldId id="317" r:id="rId43"/>
    <p:sldId id="318" r:id="rId44"/>
    <p:sldId id="319" r:id="rId45"/>
    <p:sldId id="320" r:id="rId46"/>
    <p:sldId id="321" r:id="rId47"/>
    <p:sldId id="308" r:id="rId48"/>
    <p:sldId id="322" r:id="rId49"/>
    <p:sldId id="323" r:id="rId50"/>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6A6A6"/>
    <a:srgbClr val="595959"/>
    <a:srgbClr val="FFFF00"/>
    <a:srgbClr val="586EA6"/>
    <a:srgbClr val="81BCC7"/>
    <a:srgbClr val="80BBCA"/>
    <a:srgbClr val="92BE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632FC-B3E6-4413-8076-B23E1E1B9DF9}" v="106" dt="2025-09-18T15:17:52.105"/>
  </p1510:revLst>
</p1510:revInfo>
</file>

<file path=ppt/tableStyles.xml><?xml version="1.0" encoding="utf-8"?>
<a:tblStyleLst xmlns:a="http://schemas.openxmlformats.org/drawingml/2006/main" def="{00A15C55-8517-42AA-B614-E9B94910E393}">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03" autoAdjust="0"/>
  </p:normalViewPr>
  <p:slideViewPr>
    <p:cSldViewPr snapToGrid="0">
      <p:cViewPr varScale="1">
        <p:scale>
          <a:sx n="73" d="100"/>
          <a:sy n="73" d="100"/>
        </p:scale>
        <p:origin x="86" y="566"/>
      </p:cViewPr>
      <p:guideLst/>
    </p:cSldViewPr>
  </p:slideViewPr>
  <p:notesTextViewPr>
    <p:cViewPr>
      <p:scale>
        <a:sx n="1" d="1"/>
        <a:sy n="1" d="1"/>
      </p:scale>
      <p:origin x="0" y="0"/>
    </p:cViewPr>
  </p:notesTextViewPr>
  <p:notesViewPr>
    <p:cSldViewPr snapToGrid="0">
      <p:cViewPr varScale="1">
        <p:scale>
          <a:sx n="58" d="100"/>
          <a:sy n="58" d="100"/>
        </p:scale>
        <p:origin x="2965" y="4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Corraliza" userId="66536df6-0aa7-4a25-ac34-d175c0eff743" providerId="ADAL" clId="{2620A837-7314-47A2-9C6E-64620598EBC4}"/>
    <pc:docChg chg="undo custSel addSld delSld modSld">
      <pc:chgData name="Hector Corraliza" userId="66536df6-0aa7-4a25-ac34-d175c0eff743" providerId="ADAL" clId="{2620A837-7314-47A2-9C6E-64620598EBC4}" dt="2025-09-18T15:17:52.105" v="412"/>
      <pc:docMkLst>
        <pc:docMk/>
      </pc:docMkLst>
      <pc:sldChg chg="addSp delSp modSp modAnim">
        <pc:chgData name="Hector Corraliza" userId="66536df6-0aa7-4a25-ac34-d175c0eff743" providerId="ADAL" clId="{2620A837-7314-47A2-9C6E-64620598EBC4}" dt="2025-09-18T15:17:52.105" v="412"/>
        <pc:sldMkLst>
          <pc:docMk/>
          <pc:sldMk cId="0" sldId="279"/>
        </pc:sldMkLst>
        <pc:spChg chg="add del mod">
          <ac:chgData name="Hector Corraliza" userId="66536df6-0aa7-4a25-ac34-d175c0eff743" providerId="ADAL" clId="{2620A837-7314-47A2-9C6E-64620598EBC4}" dt="2025-09-18T15:17:52.105" v="412"/>
          <ac:spMkLst>
            <pc:docMk/>
            <pc:sldMk cId="0" sldId="279"/>
            <ac:spMk id="3" creationId="{B159BE65-8B63-D6EA-91F7-27AE6307B030}"/>
          </ac:spMkLst>
        </pc:spChg>
        <pc:picChg chg="del">
          <ac:chgData name="Hector Corraliza" userId="66536df6-0aa7-4a25-ac34-d175c0eff743" providerId="ADAL" clId="{2620A837-7314-47A2-9C6E-64620598EBC4}" dt="2025-09-18T15:17:01.542" v="411" actId="478"/>
          <ac:picMkLst>
            <pc:docMk/>
            <pc:sldMk cId="0" sldId="279"/>
            <ac:picMk id="4" creationId="{0EC02D29-4B05-39EB-DF65-7A1C1FE98D47}"/>
          </ac:picMkLst>
        </pc:picChg>
        <pc:picChg chg="add mod">
          <ac:chgData name="Hector Corraliza" userId="66536df6-0aa7-4a25-ac34-d175c0eff743" providerId="ADAL" clId="{2620A837-7314-47A2-9C6E-64620598EBC4}" dt="2025-09-18T15:17:52.105" v="412"/>
          <ac:picMkLst>
            <pc:docMk/>
            <pc:sldMk cId="0" sldId="279"/>
            <ac:picMk id="5" creationId="{DA3A37EB-C751-0C60-A650-7102BEF6456E}"/>
          </ac:picMkLst>
        </pc:picChg>
      </pc:sldChg>
      <pc:sldChg chg="modSp mod chgLayout">
        <pc:chgData name="Hector Corraliza" userId="66536df6-0aa7-4a25-ac34-d175c0eff743" providerId="ADAL" clId="{2620A837-7314-47A2-9C6E-64620598EBC4}" dt="2025-09-18T14:28:12.595" v="40" actId="14100"/>
        <pc:sldMkLst>
          <pc:docMk/>
          <pc:sldMk cId="0" sldId="281"/>
        </pc:sldMkLst>
        <pc:spChg chg="mod">
          <ac:chgData name="Hector Corraliza" userId="66536df6-0aa7-4a25-ac34-d175c0eff743" providerId="ADAL" clId="{2620A837-7314-47A2-9C6E-64620598EBC4}" dt="2025-09-18T14:27:50.188" v="36" actId="26606"/>
          <ac:spMkLst>
            <pc:docMk/>
            <pc:sldMk cId="0" sldId="281"/>
            <ac:spMk id="2" creationId="{7D9FF6AD-10EE-1197-CD2B-A6B06A60DB35}"/>
          </ac:spMkLst>
        </pc:spChg>
        <pc:spChg chg="mod">
          <ac:chgData name="Hector Corraliza" userId="66536df6-0aa7-4a25-ac34-d175c0eff743" providerId="ADAL" clId="{2620A837-7314-47A2-9C6E-64620598EBC4}" dt="2025-09-18T14:28:12.595" v="40" actId="14100"/>
          <ac:spMkLst>
            <pc:docMk/>
            <pc:sldMk cId="0" sldId="281"/>
            <ac:spMk id="3" creationId="{50A09E56-EE8A-7540-9811-E6C2E627A7C4}"/>
          </ac:spMkLst>
        </pc:spChg>
        <pc:picChg chg="mod ord">
          <ac:chgData name="Hector Corraliza" userId="66536df6-0aa7-4a25-ac34-d175c0eff743" providerId="ADAL" clId="{2620A837-7314-47A2-9C6E-64620598EBC4}" dt="2025-09-18T14:27:50.188" v="36" actId="26606"/>
          <ac:picMkLst>
            <pc:docMk/>
            <pc:sldMk cId="0" sldId="281"/>
            <ac:picMk id="5" creationId="{21C18C2F-6C45-5085-F29F-6FF76222442B}"/>
          </ac:picMkLst>
        </pc:picChg>
      </pc:sldChg>
      <pc:sldChg chg="addSp delSp modSp mod chgLayout">
        <pc:chgData name="Hector Corraliza" userId="66536df6-0aa7-4a25-ac34-d175c0eff743" providerId="ADAL" clId="{2620A837-7314-47A2-9C6E-64620598EBC4}" dt="2025-09-18T14:29:49.675" v="42" actId="14100"/>
        <pc:sldMkLst>
          <pc:docMk/>
          <pc:sldMk cId="0" sldId="283"/>
        </pc:sldMkLst>
        <pc:spChg chg="mod">
          <ac:chgData name="Hector Corraliza" userId="66536df6-0aa7-4a25-ac34-d175c0eff743" providerId="ADAL" clId="{2620A837-7314-47A2-9C6E-64620598EBC4}" dt="2025-09-18T14:29:44.363" v="41" actId="26606"/>
          <ac:spMkLst>
            <pc:docMk/>
            <pc:sldMk cId="0" sldId="283"/>
            <ac:spMk id="2" creationId="{12A73C8D-AFA4-785F-BD84-F8137C9B3811}"/>
          </ac:spMkLst>
        </pc:spChg>
        <pc:spChg chg="del">
          <ac:chgData name="Hector Corraliza" userId="66536df6-0aa7-4a25-ac34-d175c0eff743" providerId="ADAL" clId="{2620A837-7314-47A2-9C6E-64620598EBC4}" dt="2025-09-18T14:29:44.363" v="41" actId="26606"/>
          <ac:spMkLst>
            <pc:docMk/>
            <pc:sldMk cId="0" sldId="283"/>
            <ac:spMk id="3" creationId="{DAEE5760-EEBC-5602-31AF-D0701EDD2871}"/>
          </ac:spMkLst>
        </pc:spChg>
        <pc:graphicFrameChg chg="add mod">
          <ac:chgData name="Hector Corraliza" userId="66536df6-0aa7-4a25-ac34-d175c0eff743" providerId="ADAL" clId="{2620A837-7314-47A2-9C6E-64620598EBC4}" dt="2025-09-18T14:29:49.675" v="42" actId="14100"/>
          <ac:graphicFrameMkLst>
            <pc:docMk/>
            <pc:sldMk cId="0" sldId="283"/>
            <ac:graphicFrameMk id="5" creationId="{1361AD5F-1AF1-A2B1-1086-3462982D7695}"/>
          </ac:graphicFrameMkLst>
        </pc:graphicFrameChg>
      </pc:sldChg>
      <pc:sldChg chg="addSp delSp modSp mod modClrScheme chgLayout">
        <pc:chgData name="Hector Corraliza" userId="66536df6-0aa7-4a25-ac34-d175c0eff743" providerId="ADAL" clId="{2620A837-7314-47A2-9C6E-64620598EBC4}" dt="2025-09-18T14:31:46.887" v="51" actId="14100"/>
        <pc:sldMkLst>
          <pc:docMk/>
          <pc:sldMk cId="0" sldId="286"/>
        </pc:sldMkLst>
        <pc:spChg chg="mod ord">
          <ac:chgData name="Hector Corraliza" userId="66536df6-0aa7-4a25-ac34-d175c0eff743" providerId="ADAL" clId="{2620A837-7314-47A2-9C6E-64620598EBC4}" dt="2025-09-18T14:31:37.095" v="49" actId="26606"/>
          <ac:spMkLst>
            <pc:docMk/>
            <pc:sldMk cId="0" sldId="286"/>
            <ac:spMk id="2" creationId="{599ECDE2-0D2F-D31B-8140-C7D01ABD3864}"/>
          </ac:spMkLst>
        </pc:spChg>
        <pc:spChg chg="add del mod">
          <ac:chgData name="Hector Corraliza" userId="66536df6-0aa7-4a25-ac34-d175c0eff743" providerId="ADAL" clId="{2620A837-7314-47A2-9C6E-64620598EBC4}" dt="2025-09-18T14:31:34.339" v="46" actId="26606"/>
          <ac:spMkLst>
            <pc:docMk/>
            <pc:sldMk cId="0" sldId="286"/>
            <ac:spMk id="27656" creationId="{0580B048-614B-85D1-5B39-9502203042D4}"/>
          </ac:spMkLst>
        </pc:spChg>
        <pc:spChg chg="add del mod">
          <ac:chgData name="Hector Corraliza" userId="66536df6-0aa7-4a25-ac34-d175c0eff743" providerId="ADAL" clId="{2620A837-7314-47A2-9C6E-64620598EBC4}" dt="2025-09-18T14:31:37.095" v="48" actId="26606"/>
          <ac:spMkLst>
            <pc:docMk/>
            <pc:sldMk cId="0" sldId="286"/>
            <ac:spMk id="27658" creationId="{5BF9D5EB-5EB0-876A-C094-1B274B2E9FE2}"/>
          </ac:spMkLst>
        </pc:spChg>
        <pc:picChg chg="mod">
          <ac:chgData name="Hector Corraliza" userId="66536df6-0aa7-4a25-ac34-d175c0eff743" providerId="ADAL" clId="{2620A837-7314-47A2-9C6E-64620598EBC4}" dt="2025-09-18T14:31:46.887" v="51" actId="14100"/>
          <ac:picMkLst>
            <pc:docMk/>
            <pc:sldMk cId="0" sldId="286"/>
            <ac:picMk id="27651" creationId="{0B5F3429-FEC1-748E-DD4C-3119315DF750}"/>
          </ac:picMkLst>
        </pc:picChg>
      </pc:sldChg>
      <pc:sldChg chg="modSp mod modClrScheme chgLayout">
        <pc:chgData name="Hector Corraliza" userId="66536df6-0aa7-4a25-ac34-d175c0eff743" providerId="ADAL" clId="{2620A837-7314-47A2-9C6E-64620598EBC4}" dt="2025-09-18T15:11:04.115" v="384" actId="313"/>
        <pc:sldMkLst>
          <pc:docMk/>
          <pc:sldMk cId="0" sldId="308"/>
        </pc:sldMkLst>
        <pc:spChg chg="mod">
          <ac:chgData name="Hector Corraliza" userId="66536df6-0aa7-4a25-ac34-d175c0eff743" providerId="ADAL" clId="{2620A837-7314-47A2-9C6E-64620598EBC4}" dt="2025-09-18T15:10:36.575" v="380" actId="26606"/>
          <ac:spMkLst>
            <pc:docMk/>
            <pc:sldMk cId="0" sldId="308"/>
            <ac:spMk id="2" creationId="{1C95E54F-CA0B-12C7-78DA-03BAE7003985}"/>
          </ac:spMkLst>
        </pc:spChg>
        <pc:spChg chg="mod">
          <ac:chgData name="Hector Corraliza" userId="66536df6-0aa7-4a25-ac34-d175c0eff743" providerId="ADAL" clId="{2620A837-7314-47A2-9C6E-64620598EBC4}" dt="2025-09-18T15:11:04.115" v="384" actId="313"/>
          <ac:spMkLst>
            <pc:docMk/>
            <pc:sldMk cId="0" sldId="308"/>
            <ac:spMk id="3" creationId="{54F7239B-D3A9-BEFC-CAB9-D2A962E29A3E}"/>
          </ac:spMkLst>
        </pc:spChg>
      </pc:sldChg>
      <pc:sldChg chg="addSp delSp modSp mod">
        <pc:chgData name="Hector Corraliza" userId="66536df6-0aa7-4a25-ac34-d175c0eff743" providerId="ADAL" clId="{2620A837-7314-47A2-9C6E-64620598EBC4}" dt="2025-09-18T14:18:32.620" v="0" actId="26606"/>
        <pc:sldMkLst>
          <pc:docMk/>
          <pc:sldMk cId="994834141" sldId="309"/>
        </pc:sldMkLst>
        <pc:spChg chg="mod">
          <ac:chgData name="Hector Corraliza" userId="66536df6-0aa7-4a25-ac34-d175c0eff743" providerId="ADAL" clId="{2620A837-7314-47A2-9C6E-64620598EBC4}" dt="2025-09-18T14:18:32.620" v="0" actId="26606"/>
          <ac:spMkLst>
            <pc:docMk/>
            <pc:sldMk cId="994834141" sldId="309"/>
            <ac:spMk id="2" creationId="{AAC35161-3B81-A1D8-C49F-D18722B8325A}"/>
          </ac:spMkLst>
        </pc:spChg>
        <pc:spChg chg="del">
          <ac:chgData name="Hector Corraliza" userId="66536df6-0aa7-4a25-ac34-d175c0eff743" providerId="ADAL" clId="{2620A837-7314-47A2-9C6E-64620598EBC4}" dt="2025-09-18T14:18:32.620" v="0" actId="26606"/>
          <ac:spMkLst>
            <pc:docMk/>
            <pc:sldMk cId="994834141" sldId="309"/>
            <ac:spMk id="3" creationId="{5E6FCBF1-FC6A-8291-EBB2-92A8DCC37D49}"/>
          </ac:spMkLst>
        </pc:spChg>
        <pc:graphicFrameChg chg="add">
          <ac:chgData name="Hector Corraliza" userId="66536df6-0aa7-4a25-ac34-d175c0eff743" providerId="ADAL" clId="{2620A837-7314-47A2-9C6E-64620598EBC4}" dt="2025-09-18T14:18:32.620" v="0" actId="26606"/>
          <ac:graphicFrameMkLst>
            <pc:docMk/>
            <pc:sldMk cId="994834141" sldId="309"/>
            <ac:graphicFrameMk id="5" creationId="{54120E08-E930-D9E7-34B3-5062A8F7F57D}"/>
          </ac:graphicFrameMkLst>
        </pc:graphicFrameChg>
      </pc:sldChg>
      <pc:sldChg chg="addSp delSp modSp new mod modClrScheme chgLayout">
        <pc:chgData name="Hector Corraliza" userId="66536df6-0aa7-4a25-ac34-d175c0eff743" providerId="ADAL" clId="{2620A837-7314-47A2-9C6E-64620598EBC4}" dt="2025-09-18T14:22:16.043" v="8" actId="26606"/>
        <pc:sldMkLst>
          <pc:docMk/>
          <pc:sldMk cId="2561803362" sldId="310"/>
        </pc:sldMkLst>
        <pc:spChg chg="mod">
          <ac:chgData name="Hector Corraliza" userId="66536df6-0aa7-4a25-ac34-d175c0eff743" providerId="ADAL" clId="{2620A837-7314-47A2-9C6E-64620598EBC4}" dt="2025-09-18T14:22:16.043" v="8" actId="26606"/>
          <ac:spMkLst>
            <pc:docMk/>
            <pc:sldMk cId="2561803362" sldId="310"/>
            <ac:spMk id="2" creationId="{E348FC31-4964-EC9A-EBBB-1AB2DEFA8554}"/>
          </ac:spMkLst>
        </pc:spChg>
        <pc:spChg chg="del mod">
          <ac:chgData name="Hector Corraliza" userId="66536df6-0aa7-4a25-ac34-d175c0eff743" providerId="ADAL" clId="{2620A837-7314-47A2-9C6E-64620598EBC4}" dt="2025-09-18T14:22:16.043" v="8" actId="26606"/>
          <ac:spMkLst>
            <pc:docMk/>
            <pc:sldMk cId="2561803362" sldId="310"/>
            <ac:spMk id="3" creationId="{9D3DDA07-19B2-27CD-9D22-01B473FF884D}"/>
          </ac:spMkLst>
        </pc:spChg>
        <pc:graphicFrameChg chg="add mod">
          <ac:chgData name="Hector Corraliza" userId="66536df6-0aa7-4a25-ac34-d175c0eff743" providerId="ADAL" clId="{2620A837-7314-47A2-9C6E-64620598EBC4}" dt="2025-09-18T14:22:16.043" v="8" actId="26606"/>
          <ac:graphicFrameMkLst>
            <pc:docMk/>
            <pc:sldMk cId="2561803362" sldId="310"/>
            <ac:graphicFrameMk id="5" creationId="{8A5AD28E-5566-810B-5AFB-D45A26493DAA}"/>
          </ac:graphicFrameMkLst>
        </pc:graphicFrameChg>
      </pc:sldChg>
      <pc:sldChg chg="new del">
        <pc:chgData name="Hector Corraliza" userId="66536df6-0aa7-4a25-ac34-d175c0eff743" providerId="ADAL" clId="{2620A837-7314-47A2-9C6E-64620598EBC4}" dt="2025-09-18T14:24:12.734" v="12" actId="680"/>
        <pc:sldMkLst>
          <pc:docMk/>
          <pc:sldMk cId="1810906020" sldId="311"/>
        </pc:sldMkLst>
      </pc:sldChg>
      <pc:sldChg chg="addSp delSp modSp new mod chgLayout">
        <pc:chgData name="Hector Corraliza" userId="66536df6-0aa7-4a25-ac34-d175c0eff743" providerId="ADAL" clId="{2620A837-7314-47A2-9C6E-64620598EBC4}" dt="2025-09-18T14:27:04.221" v="33" actId="207"/>
        <pc:sldMkLst>
          <pc:docMk/>
          <pc:sldMk cId="2505285735" sldId="311"/>
        </pc:sldMkLst>
        <pc:spChg chg="mod">
          <ac:chgData name="Hector Corraliza" userId="66536df6-0aa7-4a25-ac34-d175c0eff743" providerId="ADAL" clId="{2620A837-7314-47A2-9C6E-64620598EBC4}" dt="2025-09-18T14:25:45.217" v="18" actId="26606"/>
          <ac:spMkLst>
            <pc:docMk/>
            <pc:sldMk cId="2505285735" sldId="311"/>
            <ac:spMk id="2" creationId="{68E5C815-974B-C26C-D786-6DA8AB063738}"/>
          </ac:spMkLst>
        </pc:spChg>
        <pc:spChg chg="del mod">
          <ac:chgData name="Hector Corraliza" userId="66536df6-0aa7-4a25-ac34-d175c0eff743" providerId="ADAL" clId="{2620A837-7314-47A2-9C6E-64620598EBC4}" dt="2025-09-18T14:25:45.217" v="18" actId="26606"/>
          <ac:spMkLst>
            <pc:docMk/>
            <pc:sldMk cId="2505285735" sldId="311"/>
            <ac:spMk id="3" creationId="{CD15885B-2D90-F16A-52F4-324417AB404F}"/>
          </ac:spMkLst>
        </pc:spChg>
        <pc:graphicFrameChg chg="add mod modGraphic">
          <ac:chgData name="Hector Corraliza" userId="66536df6-0aa7-4a25-ac34-d175c0eff743" providerId="ADAL" clId="{2620A837-7314-47A2-9C6E-64620598EBC4}" dt="2025-09-18T14:27:04.221" v="33" actId="207"/>
          <ac:graphicFrameMkLst>
            <pc:docMk/>
            <pc:sldMk cId="2505285735" sldId="311"/>
            <ac:graphicFrameMk id="5" creationId="{AF9DEB46-4947-A237-B5EA-9961D374FA9D}"/>
          </ac:graphicFrameMkLst>
        </pc:graphicFrameChg>
      </pc:sldChg>
      <pc:sldChg chg="new del">
        <pc:chgData name="Hector Corraliza" userId="66536df6-0aa7-4a25-ac34-d175c0eff743" providerId="ADAL" clId="{2620A837-7314-47A2-9C6E-64620598EBC4}" dt="2025-09-18T14:24:05.270" v="10" actId="680"/>
        <pc:sldMkLst>
          <pc:docMk/>
          <pc:sldMk cId="3316097010" sldId="311"/>
        </pc:sldMkLst>
      </pc:sldChg>
      <pc:sldChg chg="addSp delSp modSp new mod chgLayout">
        <pc:chgData name="Hector Corraliza" userId="66536df6-0aa7-4a25-ac34-d175c0eff743" providerId="ADAL" clId="{2620A837-7314-47A2-9C6E-64620598EBC4}" dt="2025-09-18T14:36:38.624" v="71" actId="255"/>
        <pc:sldMkLst>
          <pc:docMk/>
          <pc:sldMk cId="4078167567" sldId="312"/>
        </pc:sldMkLst>
        <pc:spChg chg="mod">
          <ac:chgData name="Hector Corraliza" userId="66536df6-0aa7-4a25-ac34-d175c0eff743" providerId="ADAL" clId="{2620A837-7314-47A2-9C6E-64620598EBC4}" dt="2025-09-18T14:33:13.861" v="56" actId="26606"/>
          <ac:spMkLst>
            <pc:docMk/>
            <pc:sldMk cId="4078167567" sldId="312"/>
            <ac:spMk id="2" creationId="{1EA9925D-3999-1BAF-07A7-18FAA37B9A32}"/>
          </ac:spMkLst>
        </pc:spChg>
        <pc:spChg chg="del mod">
          <ac:chgData name="Hector Corraliza" userId="66536df6-0aa7-4a25-ac34-d175c0eff743" providerId="ADAL" clId="{2620A837-7314-47A2-9C6E-64620598EBC4}" dt="2025-09-18T14:33:13.861" v="56" actId="26606"/>
          <ac:spMkLst>
            <pc:docMk/>
            <pc:sldMk cId="4078167567" sldId="312"/>
            <ac:spMk id="3" creationId="{E08B79EC-C440-D2BB-F1F9-C74C7D194149}"/>
          </ac:spMkLst>
        </pc:spChg>
        <pc:graphicFrameChg chg="add mod modGraphic">
          <ac:chgData name="Hector Corraliza" userId="66536df6-0aa7-4a25-ac34-d175c0eff743" providerId="ADAL" clId="{2620A837-7314-47A2-9C6E-64620598EBC4}" dt="2025-09-18T14:36:38.624" v="71" actId="255"/>
          <ac:graphicFrameMkLst>
            <pc:docMk/>
            <pc:sldMk cId="4078167567" sldId="312"/>
            <ac:graphicFrameMk id="5" creationId="{2A78F4C8-ECED-505F-6CC8-F5DAB613F796}"/>
          </ac:graphicFrameMkLst>
        </pc:graphicFrameChg>
      </pc:sldChg>
      <pc:sldChg chg="addSp delSp modSp new mod chgLayout">
        <pc:chgData name="Hector Corraliza" userId="66536df6-0aa7-4a25-ac34-d175c0eff743" providerId="ADAL" clId="{2620A837-7314-47A2-9C6E-64620598EBC4}" dt="2025-09-18T14:38:44.034" v="81" actId="207"/>
        <pc:sldMkLst>
          <pc:docMk/>
          <pc:sldMk cId="3587153481" sldId="313"/>
        </pc:sldMkLst>
        <pc:spChg chg="mod">
          <ac:chgData name="Hector Corraliza" userId="66536df6-0aa7-4a25-ac34-d175c0eff743" providerId="ADAL" clId="{2620A837-7314-47A2-9C6E-64620598EBC4}" dt="2025-09-18T14:38:07.906" v="75" actId="26606"/>
          <ac:spMkLst>
            <pc:docMk/>
            <pc:sldMk cId="3587153481" sldId="313"/>
            <ac:spMk id="2" creationId="{53BCE099-A21F-25E6-9F9A-5073F7F3CDF5}"/>
          </ac:spMkLst>
        </pc:spChg>
        <pc:spChg chg="del mod">
          <ac:chgData name="Hector Corraliza" userId="66536df6-0aa7-4a25-ac34-d175c0eff743" providerId="ADAL" clId="{2620A837-7314-47A2-9C6E-64620598EBC4}" dt="2025-09-18T14:38:07.906" v="75" actId="26606"/>
          <ac:spMkLst>
            <pc:docMk/>
            <pc:sldMk cId="3587153481" sldId="313"/>
            <ac:spMk id="3" creationId="{FA78CFA9-54A8-C3A2-7F57-B5941E724CFB}"/>
          </ac:spMkLst>
        </pc:spChg>
        <pc:graphicFrameChg chg="add mod modGraphic">
          <ac:chgData name="Hector Corraliza" userId="66536df6-0aa7-4a25-ac34-d175c0eff743" providerId="ADAL" clId="{2620A837-7314-47A2-9C6E-64620598EBC4}" dt="2025-09-18T14:38:44.034" v="81" actId="207"/>
          <ac:graphicFrameMkLst>
            <pc:docMk/>
            <pc:sldMk cId="3587153481" sldId="313"/>
            <ac:graphicFrameMk id="5" creationId="{F0CFFDAA-1CFB-E925-9587-9428CAD69FCA}"/>
          </ac:graphicFrameMkLst>
        </pc:graphicFrameChg>
      </pc:sldChg>
      <pc:sldChg chg="addSp delSp modSp new mod modMedia modClrScheme delAnim chgLayout">
        <pc:chgData name="Hector Corraliza" userId="66536df6-0aa7-4a25-ac34-d175c0eff743" providerId="ADAL" clId="{2620A837-7314-47A2-9C6E-64620598EBC4}" dt="2025-09-18T14:40:23.574" v="122" actId="478"/>
        <pc:sldMkLst>
          <pc:docMk/>
          <pc:sldMk cId="4098040783" sldId="314"/>
        </pc:sldMkLst>
        <pc:spChg chg="mod">
          <ac:chgData name="Hector Corraliza" userId="66536df6-0aa7-4a25-ac34-d175c0eff743" providerId="ADAL" clId="{2620A837-7314-47A2-9C6E-64620598EBC4}" dt="2025-09-18T14:40:09.945" v="117" actId="26606"/>
          <ac:spMkLst>
            <pc:docMk/>
            <pc:sldMk cId="4098040783" sldId="314"/>
            <ac:spMk id="2" creationId="{10204BDD-F158-72EE-F730-79BB3F7AD280}"/>
          </ac:spMkLst>
        </pc:spChg>
        <pc:spChg chg="del">
          <ac:chgData name="Hector Corraliza" userId="66536df6-0aa7-4a25-ac34-d175c0eff743" providerId="ADAL" clId="{2620A837-7314-47A2-9C6E-64620598EBC4}" dt="2025-09-18T14:39:55.121" v="116" actId="478"/>
          <ac:spMkLst>
            <pc:docMk/>
            <pc:sldMk cId="4098040783" sldId="314"/>
            <ac:spMk id="3" creationId="{6716F1CE-F298-2CF2-AEC2-499949CE8C84}"/>
          </ac:spMkLst>
        </pc:spChg>
        <pc:spChg chg="add del mod">
          <ac:chgData name="Hector Corraliza" userId="66536df6-0aa7-4a25-ac34-d175c0eff743" providerId="ADAL" clId="{2620A837-7314-47A2-9C6E-64620598EBC4}" dt="2025-09-18T14:40:19.555" v="121" actId="26606"/>
          <ac:spMkLst>
            <pc:docMk/>
            <pc:sldMk cId="4098040783" sldId="314"/>
            <ac:spMk id="8" creationId="{D4EFF6E0-5E56-1AF9-4D20-12518F8073E0}"/>
          </ac:spMkLst>
        </pc:spChg>
        <pc:spChg chg="add del">
          <ac:chgData name="Hector Corraliza" userId="66536df6-0aa7-4a25-ac34-d175c0eff743" providerId="ADAL" clId="{2620A837-7314-47A2-9C6E-64620598EBC4}" dt="2025-09-18T14:40:23.574" v="122" actId="478"/>
          <ac:spMkLst>
            <pc:docMk/>
            <pc:sldMk cId="4098040783" sldId="314"/>
            <ac:spMk id="14" creationId="{9C8AAE96-4528-0064-1510-B55789AC7F27}"/>
          </ac:spMkLst>
        </pc:spChg>
        <pc:picChg chg="add del mod">
          <ac:chgData name="Hector Corraliza" userId="66536df6-0aa7-4a25-ac34-d175c0eff743" providerId="ADAL" clId="{2620A837-7314-47A2-9C6E-64620598EBC4}" dt="2025-09-18T14:40:15.957" v="120" actId="478"/>
          <ac:picMkLst>
            <pc:docMk/>
            <pc:sldMk cId="4098040783" sldId="314"/>
            <ac:picMk id="4" creationId="{5E03026A-8DCC-B142-B394-94DB0D72BE54}"/>
          </ac:picMkLst>
        </pc:picChg>
        <pc:picChg chg="add">
          <ac:chgData name="Hector Corraliza" userId="66536df6-0aa7-4a25-ac34-d175c0eff743" providerId="ADAL" clId="{2620A837-7314-47A2-9C6E-64620598EBC4}" dt="2025-09-18T14:40:19.555" v="121" actId="26606"/>
          <ac:picMkLst>
            <pc:docMk/>
            <pc:sldMk cId="4098040783" sldId="314"/>
            <ac:picMk id="10" creationId="{E23C8D99-8413-15BE-995C-E93A57542721}"/>
          </ac:picMkLst>
        </pc:picChg>
      </pc:sldChg>
      <pc:sldChg chg="addSp delSp modSp new mod chgLayout">
        <pc:chgData name="Hector Corraliza" userId="66536df6-0aa7-4a25-ac34-d175c0eff743" providerId="ADAL" clId="{2620A837-7314-47A2-9C6E-64620598EBC4}" dt="2025-09-18T14:43:04.695" v="171" actId="113"/>
        <pc:sldMkLst>
          <pc:docMk/>
          <pc:sldMk cId="3349752841" sldId="315"/>
        </pc:sldMkLst>
        <pc:spChg chg="mod">
          <ac:chgData name="Hector Corraliza" userId="66536df6-0aa7-4a25-ac34-d175c0eff743" providerId="ADAL" clId="{2620A837-7314-47A2-9C6E-64620598EBC4}" dt="2025-09-18T14:42:30.069" v="163" actId="26606"/>
          <ac:spMkLst>
            <pc:docMk/>
            <pc:sldMk cId="3349752841" sldId="315"/>
            <ac:spMk id="2" creationId="{348A62E4-12E6-41C5-FEBB-D398F0A81AC2}"/>
          </ac:spMkLst>
        </pc:spChg>
        <pc:spChg chg="del mod">
          <ac:chgData name="Hector Corraliza" userId="66536df6-0aa7-4a25-ac34-d175c0eff743" providerId="ADAL" clId="{2620A837-7314-47A2-9C6E-64620598EBC4}" dt="2025-09-18T14:42:30.069" v="163" actId="26606"/>
          <ac:spMkLst>
            <pc:docMk/>
            <pc:sldMk cId="3349752841" sldId="315"/>
            <ac:spMk id="3" creationId="{2BE5C5AB-6BF2-9AC2-5D34-EFDBA566D0C2}"/>
          </ac:spMkLst>
        </pc:spChg>
        <pc:graphicFrameChg chg="add mod modGraphic">
          <ac:chgData name="Hector Corraliza" userId="66536df6-0aa7-4a25-ac34-d175c0eff743" providerId="ADAL" clId="{2620A837-7314-47A2-9C6E-64620598EBC4}" dt="2025-09-18T14:43:04.695" v="171" actId="113"/>
          <ac:graphicFrameMkLst>
            <pc:docMk/>
            <pc:sldMk cId="3349752841" sldId="315"/>
            <ac:graphicFrameMk id="5" creationId="{CC761578-57C6-EB0E-568A-A55EFBE5C70A}"/>
          </ac:graphicFrameMkLst>
        </pc:graphicFrameChg>
      </pc:sldChg>
      <pc:sldChg chg="addSp delSp modSp new mod chgLayout">
        <pc:chgData name="Hector Corraliza" userId="66536df6-0aa7-4a25-ac34-d175c0eff743" providerId="ADAL" clId="{2620A837-7314-47A2-9C6E-64620598EBC4}" dt="2025-09-18T14:44:21.845" v="189" actId="26606"/>
        <pc:sldMkLst>
          <pc:docMk/>
          <pc:sldMk cId="2789101050" sldId="316"/>
        </pc:sldMkLst>
        <pc:spChg chg="mod">
          <ac:chgData name="Hector Corraliza" userId="66536df6-0aa7-4a25-ac34-d175c0eff743" providerId="ADAL" clId="{2620A837-7314-47A2-9C6E-64620598EBC4}" dt="2025-09-18T14:44:21.845" v="189" actId="26606"/>
          <ac:spMkLst>
            <pc:docMk/>
            <pc:sldMk cId="2789101050" sldId="316"/>
            <ac:spMk id="2" creationId="{CEBE0D3F-C0A1-2677-3C61-97F9CC9B148B}"/>
          </ac:spMkLst>
        </pc:spChg>
        <pc:spChg chg="del mod">
          <ac:chgData name="Hector Corraliza" userId="66536df6-0aa7-4a25-ac34-d175c0eff743" providerId="ADAL" clId="{2620A837-7314-47A2-9C6E-64620598EBC4}" dt="2025-09-18T14:44:21.845" v="189" actId="26606"/>
          <ac:spMkLst>
            <pc:docMk/>
            <pc:sldMk cId="2789101050" sldId="316"/>
            <ac:spMk id="3" creationId="{F2A32183-9BD1-CB9B-EDA5-AB765C4F281C}"/>
          </ac:spMkLst>
        </pc:spChg>
        <pc:graphicFrameChg chg="add">
          <ac:chgData name="Hector Corraliza" userId="66536df6-0aa7-4a25-ac34-d175c0eff743" providerId="ADAL" clId="{2620A837-7314-47A2-9C6E-64620598EBC4}" dt="2025-09-18T14:44:21.845" v="189" actId="26606"/>
          <ac:graphicFrameMkLst>
            <pc:docMk/>
            <pc:sldMk cId="2789101050" sldId="316"/>
            <ac:graphicFrameMk id="5" creationId="{87EABE81-CDE1-C4DB-E75E-21DAE89696E3}"/>
          </ac:graphicFrameMkLst>
        </pc:graphicFrameChg>
      </pc:sldChg>
      <pc:sldChg chg="addSp delSp modSp new mod chgLayout">
        <pc:chgData name="Hector Corraliza" userId="66536df6-0aa7-4a25-ac34-d175c0eff743" providerId="ADAL" clId="{2620A837-7314-47A2-9C6E-64620598EBC4}" dt="2025-09-18T14:48:28.826" v="233" actId="255"/>
        <pc:sldMkLst>
          <pc:docMk/>
          <pc:sldMk cId="3361718469" sldId="317"/>
        </pc:sldMkLst>
        <pc:spChg chg="mod">
          <ac:chgData name="Hector Corraliza" userId="66536df6-0aa7-4a25-ac34-d175c0eff743" providerId="ADAL" clId="{2620A837-7314-47A2-9C6E-64620598EBC4}" dt="2025-09-18T14:46:31.373" v="208" actId="26606"/>
          <ac:spMkLst>
            <pc:docMk/>
            <pc:sldMk cId="3361718469" sldId="317"/>
            <ac:spMk id="2" creationId="{28EFE492-3DC6-1D60-2286-8477EC8615F1}"/>
          </ac:spMkLst>
        </pc:spChg>
        <pc:spChg chg="add del mod">
          <ac:chgData name="Hector Corraliza" userId="66536df6-0aa7-4a25-ac34-d175c0eff743" providerId="ADAL" clId="{2620A837-7314-47A2-9C6E-64620598EBC4}" dt="2025-09-18T14:46:31.373" v="208" actId="26606"/>
          <ac:spMkLst>
            <pc:docMk/>
            <pc:sldMk cId="3361718469" sldId="317"/>
            <ac:spMk id="3" creationId="{8BC4149C-4B90-4EBC-59C6-CCFA3CCDBBC8}"/>
          </ac:spMkLst>
        </pc:spChg>
        <pc:graphicFrameChg chg="add del">
          <ac:chgData name="Hector Corraliza" userId="66536df6-0aa7-4a25-ac34-d175c0eff743" providerId="ADAL" clId="{2620A837-7314-47A2-9C6E-64620598EBC4}" dt="2025-09-18T14:46:17.265" v="206" actId="26606"/>
          <ac:graphicFrameMkLst>
            <pc:docMk/>
            <pc:sldMk cId="3361718469" sldId="317"/>
            <ac:graphicFrameMk id="5" creationId="{B7BB86F4-B0B8-DB2F-AEB4-E6D9325D02F2}"/>
          </ac:graphicFrameMkLst>
        </pc:graphicFrameChg>
        <pc:graphicFrameChg chg="add mod modGraphic">
          <ac:chgData name="Hector Corraliza" userId="66536df6-0aa7-4a25-ac34-d175c0eff743" providerId="ADAL" clId="{2620A837-7314-47A2-9C6E-64620598EBC4}" dt="2025-09-18T14:48:28.826" v="233" actId="255"/>
          <ac:graphicFrameMkLst>
            <pc:docMk/>
            <pc:sldMk cId="3361718469" sldId="317"/>
            <ac:graphicFrameMk id="6" creationId="{6983C35F-E77C-A59D-185A-A5A2D6D6BBBA}"/>
          </ac:graphicFrameMkLst>
        </pc:graphicFrameChg>
      </pc:sldChg>
      <pc:sldChg chg="addSp delSp modSp new mod modClrScheme chgLayout">
        <pc:chgData name="Hector Corraliza" userId="66536df6-0aa7-4a25-ac34-d175c0eff743" providerId="ADAL" clId="{2620A837-7314-47A2-9C6E-64620598EBC4}" dt="2025-09-18T14:57:42.488" v="282" actId="255"/>
        <pc:sldMkLst>
          <pc:docMk/>
          <pc:sldMk cId="1916612493" sldId="318"/>
        </pc:sldMkLst>
        <pc:spChg chg="mod">
          <ac:chgData name="Hector Corraliza" userId="66536df6-0aa7-4a25-ac34-d175c0eff743" providerId="ADAL" clId="{2620A837-7314-47A2-9C6E-64620598EBC4}" dt="2025-09-18T14:57:42.488" v="282" actId="255"/>
          <ac:spMkLst>
            <pc:docMk/>
            <pc:sldMk cId="1916612493" sldId="318"/>
            <ac:spMk id="2" creationId="{5D699EAB-0906-DC78-DB34-47101E2049F9}"/>
          </ac:spMkLst>
        </pc:spChg>
        <pc:spChg chg="del">
          <ac:chgData name="Hector Corraliza" userId="66536df6-0aa7-4a25-ac34-d175c0eff743" providerId="ADAL" clId="{2620A837-7314-47A2-9C6E-64620598EBC4}" dt="2025-09-18T14:56:28.906" v="246" actId="478"/>
          <ac:spMkLst>
            <pc:docMk/>
            <pc:sldMk cId="1916612493" sldId="318"/>
            <ac:spMk id="3" creationId="{5C21A9EB-F9E1-E181-3D3D-8C8E82FBCDB0}"/>
          </ac:spMkLst>
        </pc:spChg>
        <pc:spChg chg="add del mod">
          <ac:chgData name="Hector Corraliza" userId="66536df6-0aa7-4a25-ac34-d175c0eff743" providerId="ADAL" clId="{2620A837-7314-47A2-9C6E-64620598EBC4}" dt="2025-09-18T14:57:03.030" v="266" actId="478"/>
          <ac:spMkLst>
            <pc:docMk/>
            <pc:sldMk cId="1916612493" sldId="318"/>
            <ac:spMk id="7" creationId="{0E68507E-69E9-4AB2-7999-C05DC9C488F7}"/>
          </ac:spMkLst>
        </pc:spChg>
      </pc:sldChg>
      <pc:sldChg chg="addSp delSp modSp new mod chgLayout">
        <pc:chgData name="Hector Corraliza" userId="66536df6-0aa7-4a25-ac34-d175c0eff743" providerId="ADAL" clId="{2620A837-7314-47A2-9C6E-64620598EBC4}" dt="2025-09-18T15:02:31.549" v="307" actId="255"/>
        <pc:sldMkLst>
          <pc:docMk/>
          <pc:sldMk cId="3932460526" sldId="319"/>
        </pc:sldMkLst>
        <pc:spChg chg="mod">
          <ac:chgData name="Hector Corraliza" userId="66536df6-0aa7-4a25-ac34-d175c0eff743" providerId="ADAL" clId="{2620A837-7314-47A2-9C6E-64620598EBC4}" dt="2025-09-18T15:01:09.903" v="289" actId="26606"/>
          <ac:spMkLst>
            <pc:docMk/>
            <pc:sldMk cId="3932460526" sldId="319"/>
            <ac:spMk id="2" creationId="{3D3BDD80-17E3-E702-9A07-5763806F4C58}"/>
          </ac:spMkLst>
        </pc:spChg>
        <pc:spChg chg="del mod">
          <ac:chgData name="Hector Corraliza" userId="66536df6-0aa7-4a25-ac34-d175c0eff743" providerId="ADAL" clId="{2620A837-7314-47A2-9C6E-64620598EBC4}" dt="2025-09-18T15:01:09.903" v="289" actId="26606"/>
          <ac:spMkLst>
            <pc:docMk/>
            <pc:sldMk cId="3932460526" sldId="319"/>
            <ac:spMk id="3" creationId="{A26870A6-DBD0-0814-A402-D6E368648789}"/>
          </ac:spMkLst>
        </pc:spChg>
        <pc:graphicFrameChg chg="add mod modGraphic">
          <ac:chgData name="Hector Corraliza" userId="66536df6-0aa7-4a25-ac34-d175c0eff743" providerId="ADAL" clId="{2620A837-7314-47A2-9C6E-64620598EBC4}" dt="2025-09-18T15:02:31.549" v="307" actId="255"/>
          <ac:graphicFrameMkLst>
            <pc:docMk/>
            <pc:sldMk cId="3932460526" sldId="319"/>
            <ac:graphicFrameMk id="5" creationId="{FCD3B2DC-9EA8-2BDF-4F09-9163A4EAEC8A}"/>
          </ac:graphicFrameMkLst>
        </pc:graphicFrameChg>
      </pc:sldChg>
      <pc:sldChg chg="addSp delSp modSp new mod chgLayout">
        <pc:chgData name="Hector Corraliza" userId="66536df6-0aa7-4a25-ac34-d175c0eff743" providerId="ADAL" clId="{2620A837-7314-47A2-9C6E-64620598EBC4}" dt="2025-09-18T15:06:11.977" v="324" actId="113"/>
        <pc:sldMkLst>
          <pc:docMk/>
          <pc:sldMk cId="3039998500" sldId="320"/>
        </pc:sldMkLst>
        <pc:spChg chg="mod">
          <ac:chgData name="Hector Corraliza" userId="66536df6-0aa7-4a25-ac34-d175c0eff743" providerId="ADAL" clId="{2620A837-7314-47A2-9C6E-64620598EBC4}" dt="2025-09-18T15:05:30.634" v="315" actId="26606"/>
          <ac:spMkLst>
            <pc:docMk/>
            <pc:sldMk cId="3039998500" sldId="320"/>
            <ac:spMk id="2" creationId="{E3ACF319-25A4-C7A4-81D5-BA4961233212}"/>
          </ac:spMkLst>
        </pc:spChg>
        <pc:spChg chg="del mod">
          <ac:chgData name="Hector Corraliza" userId="66536df6-0aa7-4a25-ac34-d175c0eff743" providerId="ADAL" clId="{2620A837-7314-47A2-9C6E-64620598EBC4}" dt="2025-09-18T15:05:30.634" v="315" actId="26606"/>
          <ac:spMkLst>
            <pc:docMk/>
            <pc:sldMk cId="3039998500" sldId="320"/>
            <ac:spMk id="3" creationId="{60DCA5D0-676F-30E2-E83E-0039A0DFB070}"/>
          </ac:spMkLst>
        </pc:spChg>
        <pc:graphicFrameChg chg="add mod modGraphic">
          <ac:chgData name="Hector Corraliza" userId="66536df6-0aa7-4a25-ac34-d175c0eff743" providerId="ADAL" clId="{2620A837-7314-47A2-9C6E-64620598EBC4}" dt="2025-09-18T15:06:11.977" v="324" actId="113"/>
          <ac:graphicFrameMkLst>
            <pc:docMk/>
            <pc:sldMk cId="3039998500" sldId="320"/>
            <ac:graphicFrameMk id="5" creationId="{B093BF94-4188-C07A-16DA-6D37EC4AC782}"/>
          </ac:graphicFrameMkLst>
        </pc:graphicFrameChg>
      </pc:sldChg>
      <pc:sldChg chg="addSp delSp modSp new mod chgLayout">
        <pc:chgData name="Hector Corraliza" userId="66536df6-0aa7-4a25-ac34-d175c0eff743" providerId="ADAL" clId="{2620A837-7314-47A2-9C6E-64620598EBC4}" dt="2025-09-18T15:09:19.971" v="375" actId="207"/>
        <pc:sldMkLst>
          <pc:docMk/>
          <pc:sldMk cId="2052279223" sldId="321"/>
        </pc:sldMkLst>
        <pc:spChg chg="mod">
          <ac:chgData name="Hector Corraliza" userId="66536df6-0aa7-4a25-ac34-d175c0eff743" providerId="ADAL" clId="{2620A837-7314-47A2-9C6E-64620598EBC4}" dt="2025-09-18T15:07:58.450" v="354" actId="26606"/>
          <ac:spMkLst>
            <pc:docMk/>
            <pc:sldMk cId="2052279223" sldId="321"/>
            <ac:spMk id="2" creationId="{4B97476C-84C2-4431-CAD1-B0C604007914}"/>
          </ac:spMkLst>
        </pc:spChg>
        <pc:spChg chg="del mod">
          <ac:chgData name="Hector Corraliza" userId="66536df6-0aa7-4a25-ac34-d175c0eff743" providerId="ADAL" clId="{2620A837-7314-47A2-9C6E-64620598EBC4}" dt="2025-09-18T15:07:58.450" v="354" actId="26606"/>
          <ac:spMkLst>
            <pc:docMk/>
            <pc:sldMk cId="2052279223" sldId="321"/>
            <ac:spMk id="3" creationId="{A90CABB4-772E-0A50-D274-9D716C9ED966}"/>
          </ac:spMkLst>
        </pc:spChg>
        <pc:graphicFrameChg chg="add mod modGraphic">
          <ac:chgData name="Hector Corraliza" userId="66536df6-0aa7-4a25-ac34-d175c0eff743" providerId="ADAL" clId="{2620A837-7314-47A2-9C6E-64620598EBC4}" dt="2025-09-18T15:09:19.971" v="375" actId="207"/>
          <ac:graphicFrameMkLst>
            <pc:docMk/>
            <pc:sldMk cId="2052279223" sldId="321"/>
            <ac:graphicFrameMk id="5" creationId="{DF110F30-BAFA-6779-54DF-E9CB0329688A}"/>
          </ac:graphicFrameMkLst>
        </pc:graphicFrameChg>
      </pc:sldChg>
      <pc:sldChg chg="modSp add mod modClrScheme chgLayout">
        <pc:chgData name="Hector Corraliza" userId="66536df6-0aa7-4a25-ac34-d175c0eff743" providerId="ADAL" clId="{2620A837-7314-47A2-9C6E-64620598EBC4}" dt="2025-09-18T15:11:44.900" v="390" actId="27636"/>
        <pc:sldMkLst>
          <pc:docMk/>
          <pc:sldMk cId="2077243737" sldId="322"/>
        </pc:sldMkLst>
        <pc:spChg chg="mod">
          <ac:chgData name="Hector Corraliza" userId="66536df6-0aa7-4a25-ac34-d175c0eff743" providerId="ADAL" clId="{2620A837-7314-47A2-9C6E-64620598EBC4}" dt="2025-09-18T15:11:34.596" v="387" actId="26606"/>
          <ac:spMkLst>
            <pc:docMk/>
            <pc:sldMk cId="2077243737" sldId="322"/>
            <ac:spMk id="2" creationId="{B0F9DC4F-6688-59CF-2336-EED7B9C5DB76}"/>
          </ac:spMkLst>
        </pc:spChg>
        <pc:spChg chg="mod">
          <ac:chgData name="Hector Corraliza" userId="66536df6-0aa7-4a25-ac34-d175c0eff743" providerId="ADAL" clId="{2620A837-7314-47A2-9C6E-64620598EBC4}" dt="2025-09-18T15:11:44.900" v="390" actId="27636"/>
          <ac:spMkLst>
            <pc:docMk/>
            <pc:sldMk cId="2077243737" sldId="322"/>
            <ac:spMk id="3" creationId="{4BE74EEE-3FEC-B85E-77C8-7285595CD0ED}"/>
          </ac:spMkLst>
        </pc:spChg>
      </pc:sldChg>
      <pc:sldChg chg="addSp delSp modSp new mod modClrScheme chgLayout">
        <pc:chgData name="Hector Corraliza" userId="66536df6-0aa7-4a25-ac34-d175c0eff743" providerId="ADAL" clId="{2620A837-7314-47A2-9C6E-64620598EBC4}" dt="2025-09-18T15:16:19.386" v="410" actId="14100"/>
        <pc:sldMkLst>
          <pc:docMk/>
          <pc:sldMk cId="4032000774" sldId="323"/>
        </pc:sldMkLst>
        <pc:spChg chg="mod">
          <ac:chgData name="Hector Corraliza" userId="66536df6-0aa7-4a25-ac34-d175c0eff743" providerId="ADAL" clId="{2620A837-7314-47A2-9C6E-64620598EBC4}" dt="2025-09-18T15:16:12.326" v="408" actId="26606"/>
          <ac:spMkLst>
            <pc:docMk/>
            <pc:sldMk cId="4032000774" sldId="323"/>
            <ac:spMk id="2" creationId="{B4E0DA42-113B-7B57-E55F-B61D7C1BD4E4}"/>
          </ac:spMkLst>
        </pc:spChg>
        <pc:spChg chg="del mod">
          <ac:chgData name="Hector Corraliza" userId="66536df6-0aa7-4a25-ac34-d175c0eff743" providerId="ADAL" clId="{2620A837-7314-47A2-9C6E-64620598EBC4}" dt="2025-09-18T15:16:04.329" v="406" actId="26606"/>
          <ac:spMkLst>
            <pc:docMk/>
            <pc:sldMk cId="4032000774" sldId="323"/>
            <ac:spMk id="3" creationId="{5C2CF204-BEA8-1F39-9829-3D833E304093}"/>
          </ac:spMkLst>
        </pc:spChg>
        <pc:spChg chg="add del mod">
          <ac:chgData name="Hector Corraliza" userId="66536df6-0aa7-4a25-ac34-d175c0eff743" providerId="ADAL" clId="{2620A837-7314-47A2-9C6E-64620598EBC4}" dt="2025-09-18T15:16:08.790" v="407" actId="478"/>
          <ac:spMkLst>
            <pc:docMk/>
            <pc:sldMk cId="4032000774" sldId="323"/>
            <ac:spMk id="9" creationId="{B22AB50E-44B0-D03B-DB76-995FAB5FCC20}"/>
          </ac:spMkLst>
        </pc:spChg>
        <pc:graphicFrameChg chg="add mod">
          <ac:chgData name="Hector Corraliza" userId="66536df6-0aa7-4a25-ac34-d175c0eff743" providerId="ADAL" clId="{2620A837-7314-47A2-9C6E-64620598EBC4}" dt="2025-09-18T15:16:19.386" v="410" actId="14100"/>
          <ac:graphicFrameMkLst>
            <pc:docMk/>
            <pc:sldMk cId="4032000774" sldId="323"/>
            <ac:graphicFrameMk id="5" creationId="{45937695-0C54-340D-58AC-1AA7AACA23E1}"/>
          </ac:graphicFrameMkLst>
        </pc:graphicFrameChg>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FA35D2-2765-458B-9F1B-2DF870947C3D}"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US"/>
        </a:p>
      </dgm:t>
    </dgm:pt>
    <dgm:pt modelId="{C3124DB5-8211-4DCC-8DC5-6A0CD0F884C3}">
      <dgm:prSet/>
      <dgm:spPr/>
      <dgm:t>
        <a:bodyPr/>
        <a:lstStyle/>
        <a:p>
          <a:r>
            <a:rPr lang="es-ES"/>
            <a:t>Fortalecer el uso de datos para mejorar el aprovechamiento académico.</a:t>
          </a:r>
          <a:endParaRPr lang="en-US"/>
        </a:p>
      </dgm:t>
    </dgm:pt>
    <dgm:pt modelId="{9C99CC21-8A97-42FC-9913-336579AB9DB0}" type="parTrans" cxnId="{3F895F40-3642-417C-B690-547D35C434C2}">
      <dgm:prSet/>
      <dgm:spPr/>
      <dgm:t>
        <a:bodyPr/>
        <a:lstStyle/>
        <a:p>
          <a:endParaRPr lang="en-US"/>
        </a:p>
      </dgm:t>
    </dgm:pt>
    <dgm:pt modelId="{72FC8D6B-2EB9-4DF5-B0F2-1E52E94C108F}" type="sibTrans" cxnId="{3F895F40-3642-417C-B690-547D35C434C2}">
      <dgm:prSet/>
      <dgm:spPr/>
      <dgm:t>
        <a:bodyPr/>
        <a:lstStyle/>
        <a:p>
          <a:endParaRPr lang="en-US"/>
        </a:p>
      </dgm:t>
    </dgm:pt>
    <dgm:pt modelId="{CE4F90D2-3A0A-4849-8264-3E19680672ED}">
      <dgm:prSet/>
      <dgm:spPr/>
      <dgm:t>
        <a:bodyPr/>
        <a:lstStyle/>
        <a:p>
          <a:r>
            <a:rPr lang="es-ES"/>
            <a:t>Capacitar a educadores en la toma de decisiones informadas.</a:t>
          </a:r>
          <a:endParaRPr lang="en-US"/>
        </a:p>
      </dgm:t>
    </dgm:pt>
    <dgm:pt modelId="{E9358585-3658-4E91-A41F-91DDAB555245}" type="parTrans" cxnId="{071166ED-C688-46E1-B452-BD9057F13F04}">
      <dgm:prSet/>
      <dgm:spPr/>
      <dgm:t>
        <a:bodyPr/>
        <a:lstStyle/>
        <a:p>
          <a:endParaRPr lang="en-US"/>
        </a:p>
      </dgm:t>
    </dgm:pt>
    <dgm:pt modelId="{8C27124A-22F5-4C04-901E-D1CCC6B4CEEC}" type="sibTrans" cxnId="{071166ED-C688-46E1-B452-BD9057F13F04}">
      <dgm:prSet/>
      <dgm:spPr/>
      <dgm:t>
        <a:bodyPr/>
        <a:lstStyle/>
        <a:p>
          <a:endParaRPr lang="en-US"/>
        </a:p>
      </dgm:t>
    </dgm:pt>
    <dgm:pt modelId="{6E5B20B2-E7E4-4A0C-84D0-80AE2D89696B}">
      <dgm:prSet/>
      <dgm:spPr/>
      <dgm:t>
        <a:bodyPr/>
        <a:lstStyle/>
        <a:p>
          <a:r>
            <a:rPr lang="es-ES"/>
            <a:t>Promover una cultura de análisis y colaboración en la escuela.</a:t>
          </a:r>
          <a:endParaRPr lang="en-US"/>
        </a:p>
      </dgm:t>
    </dgm:pt>
    <dgm:pt modelId="{73BBE428-F110-478D-A6BF-427BCD6BCFA3}" type="parTrans" cxnId="{CA94BCAF-EB5C-42AC-A08B-0C4F49DB2EED}">
      <dgm:prSet/>
      <dgm:spPr/>
      <dgm:t>
        <a:bodyPr/>
        <a:lstStyle/>
        <a:p>
          <a:endParaRPr lang="en-US"/>
        </a:p>
      </dgm:t>
    </dgm:pt>
    <dgm:pt modelId="{A3ABE63D-7DE7-4DF8-81F3-1BF91F3CFDFF}" type="sibTrans" cxnId="{CA94BCAF-EB5C-42AC-A08B-0C4F49DB2EED}">
      <dgm:prSet/>
      <dgm:spPr/>
      <dgm:t>
        <a:bodyPr/>
        <a:lstStyle/>
        <a:p>
          <a:endParaRPr lang="en-US"/>
        </a:p>
      </dgm:t>
    </dgm:pt>
    <dgm:pt modelId="{632582B3-BA05-4B8D-A20F-1A7FDC5D5998}" type="pres">
      <dgm:prSet presAssocID="{67FA35D2-2765-458B-9F1B-2DF870947C3D}" presName="linear" presStyleCnt="0">
        <dgm:presLayoutVars>
          <dgm:animLvl val="lvl"/>
          <dgm:resizeHandles val="exact"/>
        </dgm:presLayoutVars>
      </dgm:prSet>
      <dgm:spPr/>
    </dgm:pt>
    <dgm:pt modelId="{B3D0D658-A796-4C50-B4BB-5612281AE8BE}" type="pres">
      <dgm:prSet presAssocID="{C3124DB5-8211-4DCC-8DC5-6A0CD0F884C3}" presName="parentText" presStyleLbl="node1" presStyleIdx="0" presStyleCnt="3">
        <dgm:presLayoutVars>
          <dgm:chMax val="0"/>
          <dgm:bulletEnabled val="1"/>
        </dgm:presLayoutVars>
      </dgm:prSet>
      <dgm:spPr/>
    </dgm:pt>
    <dgm:pt modelId="{D15E3DD1-79BC-443A-A47C-294AA5F0EE28}" type="pres">
      <dgm:prSet presAssocID="{72FC8D6B-2EB9-4DF5-B0F2-1E52E94C108F}" presName="spacer" presStyleCnt="0"/>
      <dgm:spPr/>
    </dgm:pt>
    <dgm:pt modelId="{D71916AB-763F-436C-8BA7-B318C473B223}" type="pres">
      <dgm:prSet presAssocID="{CE4F90D2-3A0A-4849-8264-3E19680672ED}" presName="parentText" presStyleLbl="node1" presStyleIdx="1" presStyleCnt="3">
        <dgm:presLayoutVars>
          <dgm:chMax val="0"/>
          <dgm:bulletEnabled val="1"/>
        </dgm:presLayoutVars>
      </dgm:prSet>
      <dgm:spPr/>
    </dgm:pt>
    <dgm:pt modelId="{98C21992-34BA-4A49-81BE-03C1C02BC497}" type="pres">
      <dgm:prSet presAssocID="{8C27124A-22F5-4C04-901E-D1CCC6B4CEEC}" presName="spacer" presStyleCnt="0"/>
      <dgm:spPr/>
    </dgm:pt>
    <dgm:pt modelId="{42C1A4EF-7E02-4CDC-BDE7-E1E5A47B8E4F}" type="pres">
      <dgm:prSet presAssocID="{6E5B20B2-E7E4-4A0C-84D0-80AE2D89696B}" presName="parentText" presStyleLbl="node1" presStyleIdx="2" presStyleCnt="3">
        <dgm:presLayoutVars>
          <dgm:chMax val="0"/>
          <dgm:bulletEnabled val="1"/>
        </dgm:presLayoutVars>
      </dgm:prSet>
      <dgm:spPr/>
    </dgm:pt>
  </dgm:ptLst>
  <dgm:cxnLst>
    <dgm:cxn modelId="{3F895F40-3642-417C-B690-547D35C434C2}" srcId="{67FA35D2-2765-458B-9F1B-2DF870947C3D}" destId="{C3124DB5-8211-4DCC-8DC5-6A0CD0F884C3}" srcOrd="0" destOrd="0" parTransId="{9C99CC21-8A97-42FC-9913-336579AB9DB0}" sibTransId="{72FC8D6B-2EB9-4DF5-B0F2-1E52E94C108F}"/>
    <dgm:cxn modelId="{1990C740-59D4-4EA8-A3FB-B1312B845856}" type="presOf" srcId="{67FA35D2-2765-458B-9F1B-2DF870947C3D}" destId="{632582B3-BA05-4B8D-A20F-1A7FDC5D5998}" srcOrd="0" destOrd="0" presId="urn:microsoft.com/office/officeart/2005/8/layout/vList2"/>
    <dgm:cxn modelId="{CA94BCAF-EB5C-42AC-A08B-0C4F49DB2EED}" srcId="{67FA35D2-2765-458B-9F1B-2DF870947C3D}" destId="{6E5B20B2-E7E4-4A0C-84D0-80AE2D89696B}" srcOrd="2" destOrd="0" parTransId="{73BBE428-F110-478D-A6BF-427BCD6BCFA3}" sibTransId="{A3ABE63D-7DE7-4DF8-81F3-1BF91F3CFDFF}"/>
    <dgm:cxn modelId="{76BEAAB9-AE72-4687-8989-8BD33F571902}" type="presOf" srcId="{6E5B20B2-E7E4-4A0C-84D0-80AE2D89696B}" destId="{42C1A4EF-7E02-4CDC-BDE7-E1E5A47B8E4F}" srcOrd="0" destOrd="0" presId="urn:microsoft.com/office/officeart/2005/8/layout/vList2"/>
    <dgm:cxn modelId="{7F6901BF-E3A9-4541-ABDF-0606FB4AC33F}" type="presOf" srcId="{CE4F90D2-3A0A-4849-8264-3E19680672ED}" destId="{D71916AB-763F-436C-8BA7-B318C473B223}" srcOrd="0" destOrd="0" presId="urn:microsoft.com/office/officeart/2005/8/layout/vList2"/>
    <dgm:cxn modelId="{85A81DE2-AA12-4AE5-A5A5-98CF7EDD6112}" type="presOf" srcId="{C3124DB5-8211-4DCC-8DC5-6A0CD0F884C3}" destId="{B3D0D658-A796-4C50-B4BB-5612281AE8BE}" srcOrd="0" destOrd="0" presId="urn:microsoft.com/office/officeart/2005/8/layout/vList2"/>
    <dgm:cxn modelId="{071166ED-C688-46E1-B452-BD9057F13F04}" srcId="{67FA35D2-2765-458B-9F1B-2DF870947C3D}" destId="{CE4F90D2-3A0A-4849-8264-3E19680672ED}" srcOrd="1" destOrd="0" parTransId="{E9358585-3658-4E91-A41F-91DDAB555245}" sibTransId="{8C27124A-22F5-4C04-901E-D1CCC6B4CEEC}"/>
    <dgm:cxn modelId="{113B9820-3301-47B0-AEED-71D4B1918782}" type="presParOf" srcId="{632582B3-BA05-4B8D-A20F-1A7FDC5D5998}" destId="{B3D0D658-A796-4C50-B4BB-5612281AE8BE}" srcOrd="0" destOrd="0" presId="urn:microsoft.com/office/officeart/2005/8/layout/vList2"/>
    <dgm:cxn modelId="{14E8325F-BC58-4A42-B55D-F993589F9ACE}" type="presParOf" srcId="{632582B3-BA05-4B8D-A20F-1A7FDC5D5998}" destId="{D15E3DD1-79BC-443A-A47C-294AA5F0EE28}" srcOrd="1" destOrd="0" presId="urn:microsoft.com/office/officeart/2005/8/layout/vList2"/>
    <dgm:cxn modelId="{DA764B2A-ED92-4F98-BAE5-39A9E39BFADE}" type="presParOf" srcId="{632582B3-BA05-4B8D-A20F-1A7FDC5D5998}" destId="{D71916AB-763F-436C-8BA7-B318C473B223}" srcOrd="2" destOrd="0" presId="urn:microsoft.com/office/officeart/2005/8/layout/vList2"/>
    <dgm:cxn modelId="{0F6CBD43-B1A0-4727-B471-61C2FD05F678}" type="presParOf" srcId="{632582B3-BA05-4B8D-A20F-1A7FDC5D5998}" destId="{98C21992-34BA-4A49-81BE-03C1C02BC497}" srcOrd="3" destOrd="0" presId="urn:microsoft.com/office/officeart/2005/8/layout/vList2"/>
    <dgm:cxn modelId="{613BAFB5-C0B1-47F3-97A0-0F68FDDB4FAC}" type="presParOf" srcId="{632582B3-BA05-4B8D-A20F-1A7FDC5D5998}" destId="{42C1A4EF-7E02-4CDC-BDE7-E1E5A47B8E4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A6ACEA-A7C3-4AF7-B0B3-E4D96B4037EB}" type="doc">
      <dgm:prSet loTypeId="urn:microsoft.com/office/officeart/2005/8/layout/process4" loCatId="process" qsTypeId="urn:microsoft.com/office/officeart/2005/8/quickstyle/simple2" qsCatId="simple" csTypeId="urn:microsoft.com/office/officeart/2005/8/colors/accent2_2" csCatId="accent2"/>
      <dgm:spPr/>
      <dgm:t>
        <a:bodyPr/>
        <a:lstStyle/>
        <a:p>
          <a:endParaRPr lang="en-US"/>
        </a:p>
      </dgm:t>
    </dgm:pt>
    <dgm:pt modelId="{38C3773A-1353-4E9F-8EEB-FAF18C62DBF4}">
      <dgm:prSet/>
      <dgm:spPr/>
      <dgm:t>
        <a:bodyPr/>
        <a:lstStyle/>
        <a:p>
          <a:r>
            <a:rPr lang="es-ES"/>
            <a:t>Crear ambientes educativos basados en datos.</a:t>
          </a:r>
          <a:endParaRPr lang="en-US"/>
        </a:p>
      </dgm:t>
    </dgm:pt>
    <dgm:pt modelId="{3A5B8B8A-AF9B-4A66-9D29-227DD57A7A09}" type="parTrans" cxnId="{56B3911C-660B-40D5-A8C1-46B0BFE41538}">
      <dgm:prSet/>
      <dgm:spPr/>
      <dgm:t>
        <a:bodyPr/>
        <a:lstStyle/>
        <a:p>
          <a:endParaRPr lang="en-US"/>
        </a:p>
      </dgm:t>
    </dgm:pt>
    <dgm:pt modelId="{93AAF1D9-17DA-404F-90A9-B9AFC1B4C2B7}" type="sibTrans" cxnId="{56B3911C-660B-40D5-A8C1-46B0BFE41538}">
      <dgm:prSet/>
      <dgm:spPr/>
      <dgm:t>
        <a:bodyPr/>
        <a:lstStyle/>
        <a:p>
          <a:endParaRPr lang="en-US"/>
        </a:p>
      </dgm:t>
    </dgm:pt>
    <dgm:pt modelId="{3E56C9DE-1B75-47DD-B45A-0BA3E2A8D6B5}">
      <dgm:prSet/>
      <dgm:spPr/>
      <dgm:t>
        <a:bodyPr/>
        <a:lstStyle/>
        <a:p>
          <a:r>
            <a:rPr lang="es-ES"/>
            <a:t>Desarrollar individuos competentes para la vida universitaria y laboral.</a:t>
          </a:r>
          <a:endParaRPr lang="en-US"/>
        </a:p>
      </dgm:t>
    </dgm:pt>
    <dgm:pt modelId="{AE2808F8-F3DC-4503-B187-9577C53620A6}" type="parTrans" cxnId="{BCD678A1-1CD0-401C-AFFA-396ADA455D6B}">
      <dgm:prSet/>
      <dgm:spPr/>
      <dgm:t>
        <a:bodyPr/>
        <a:lstStyle/>
        <a:p>
          <a:endParaRPr lang="en-US"/>
        </a:p>
      </dgm:t>
    </dgm:pt>
    <dgm:pt modelId="{23233503-6FBE-4B1F-AB1E-66F188EF7669}" type="sibTrans" cxnId="{BCD678A1-1CD0-401C-AFFA-396ADA455D6B}">
      <dgm:prSet/>
      <dgm:spPr/>
      <dgm:t>
        <a:bodyPr/>
        <a:lstStyle/>
        <a:p>
          <a:endParaRPr lang="en-US"/>
        </a:p>
      </dgm:t>
    </dgm:pt>
    <dgm:pt modelId="{8A0F4046-67D9-483A-BBF1-A21D488200A8}">
      <dgm:prSet/>
      <dgm:spPr/>
      <dgm:t>
        <a:bodyPr/>
        <a:lstStyle/>
        <a:p>
          <a:r>
            <a:rPr lang="es-ES"/>
            <a:t>Fomentar el uso reflexivo de los datos en la comunidad escolar.</a:t>
          </a:r>
          <a:endParaRPr lang="en-US"/>
        </a:p>
      </dgm:t>
    </dgm:pt>
    <dgm:pt modelId="{75A14703-BDD0-4A9E-9462-D535957CAD55}" type="parTrans" cxnId="{D76B4B4D-3783-4242-AE52-3A176CD5FFA2}">
      <dgm:prSet/>
      <dgm:spPr/>
      <dgm:t>
        <a:bodyPr/>
        <a:lstStyle/>
        <a:p>
          <a:endParaRPr lang="en-US"/>
        </a:p>
      </dgm:t>
    </dgm:pt>
    <dgm:pt modelId="{0FC31569-DA25-4599-A4C1-32CB16B2AC91}" type="sibTrans" cxnId="{D76B4B4D-3783-4242-AE52-3A176CD5FFA2}">
      <dgm:prSet/>
      <dgm:spPr/>
      <dgm:t>
        <a:bodyPr/>
        <a:lstStyle/>
        <a:p>
          <a:endParaRPr lang="en-US"/>
        </a:p>
      </dgm:t>
    </dgm:pt>
    <dgm:pt modelId="{B6A5BC3B-BAFB-4DC2-8E8E-E1498535D0B3}" type="pres">
      <dgm:prSet presAssocID="{4CA6ACEA-A7C3-4AF7-B0B3-E4D96B4037EB}" presName="Name0" presStyleCnt="0">
        <dgm:presLayoutVars>
          <dgm:dir/>
          <dgm:animLvl val="lvl"/>
          <dgm:resizeHandles val="exact"/>
        </dgm:presLayoutVars>
      </dgm:prSet>
      <dgm:spPr/>
    </dgm:pt>
    <dgm:pt modelId="{B64D9149-47AA-4B0B-A834-231018ABEA19}" type="pres">
      <dgm:prSet presAssocID="{8A0F4046-67D9-483A-BBF1-A21D488200A8}" presName="boxAndChildren" presStyleCnt="0"/>
      <dgm:spPr/>
    </dgm:pt>
    <dgm:pt modelId="{DBBBE03E-14A9-4C8E-9FB7-F537E910FFE1}" type="pres">
      <dgm:prSet presAssocID="{8A0F4046-67D9-483A-BBF1-A21D488200A8}" presName="parentTextBox" presStyleLbl="node1" presStyleIdx="0" presStyleCnt="3"/>
      <dgm:spPr/>
    </dgm:pt>
    <dgm:pt modelId="{3854D3F2-628E-40FE-848F-6F8DE02945D7}" type="pres">
      <dgm:prSet presAssocID="{23233503-6FBE-4B1F-AB1E-66F188EF7669}" presName="sp" presStyleCnt="0"/>
      <dgm:spPr/>
    </dgm:pt>
    <dgm:pt modelId="{1E84EF50-E128-4FA9-B661-6157493951EA}" type="pres">
      <dgm:prSet presAssocID="{3E56C9DE-1B75-47DD-B45A-0BA3E2A8D6B5}" presName="arrowAndChildren" presStyleCnt="0"/>
      <dgm:spPr/>
    </dgm:pt>
    <dgm:pt modelId="{5038C288-5CA5-4E0A-B1E3-698C109C6470}" type="pres">
      <dgm:prSet presAssocID="{3E56C9DE-1B75-47DD-B45A-0BA3E2A8D6B5}" presName="parentTextArrow" presStyleLbl="node1" presStyleIdx="1" presStyleCnt="3"/>
      <dgm:spPr/>
    </dgm:pt>
    <dgm:pt modelId="{E57C9001-E9A1-4B0E-9590-4D68EECC1C41}" type="pres">
      <dgm:prSet presAssocID="{93AAF1D9-17DA-404F-90A9-B9AFC1B4C2B7}" presName="sp" presStyleCnt="0"/>
      <dgm:spPr/>
    </dgm:pt>
    <dgm:pt modelId="{F490C63A-16AD-420B-BE14-B7864D5C8106}" type="pres">
      <dgm:prSet presAssocID="{38C3773A-1353-4E9F-8EEB-FAF18C62DBF4}" presName="arrowAndChildren" presStyleCnt="0"/>
      <dgm:spPr/>
    </dgm:pt>
    <dgm:pt modelId="{8DB12F98-74ED-4EE0-8CAA-C6C6980DFB6C}" type="pres">
      <dgm:prSet presAssocID="{38C3773A-1353-4E9F-8EEB-FAF18C62DBF4}" presName="parentTextArrow" presStyleLbl="node1" presStyleIdx="2" presStyleCnt="3"/>
      <dgm:spPr/>
    </dgm:pt>
  </dgm:ptLst>
  <dgm:cxnLst>
    <dgm:cxn modelId="{56B3911C-660B-40D5-A8C1-46B0BFE41538}" srcId="{4CA6ACEA-A7C3-4AF7-B0B3-E4D96B4037EB}" destId="{38C3773A-1353-4E9F-8EEB-FAF18C62DBF4}" srcOrd="0" destOrd="0" parTransId="{3A5B8B8A-AF9B-4A66-9D29-227DD57A7A09}" sibTransId="{93AAF1D9-17DA-404F-90A9-B9AFC1B4C2B7}"/>
    <dgm:cxn modelId="{1A92E540-3261-46C0-B479-E3A17249776E}" type="presOf" srcId="{4CA6ACEA-A7C3-4AF7-B0B3-E4D96B4037EB}" destId="{B6A5BC3B-BAFB-4DC2-8E8E-E1498535D0B3}" srcOrd="0" destOrd="0" presId="urn:microsoft.com/office/officeart/2005/8/layout/process4"/>
    <dgm:cxn modelId="{D76B4B4D-3783-4242-AE52-3A176CD5FFA2}" srcId="{4CA6ACEA-A7C3-4AF7-B0B3-E4D96B4037EB}" destId="{8A0F4046-67D9-483A-BBF1-A21D488200A8}" srcOrd="2" destOrd="0" parTransId="{75A14703-BDD0-4A9E-9462-D535957CAD55}" sibTransId="{0FC31569-DA25-4599-A4C1-32CB16B2AC91}"/>
    <dgm:cxn modelId="{EED65854-5F18-4E31-AAC5-496E77EDE880}" type="presOf" srcId="{3E56C9DE-1B75-47DD-B45A-0BA3E2A8D6B5}" destId="{5038C288-5CA5-4E0A-B1E3-698C109C6470}" srcOrd="0" destOrd="0" presId="urn:microsoft.com/office/officeart/2005/8/layout/process4"/>
    <dgm:cxn modelId="{43581358-AD08-4885-AEC3-AE20E3CD65AB}" type="presOf" srcId="{8A0F4046-67D9-483A-BBF1-A21D488200A8}" destId="{DBBBE03E-14A9-4C8E-9FB7-F537E910FFE1}" srcOrd="0" destOrd="0" presId="urn:microsoft.com/office/officeart/2005/8/layout/process4"/>
    <dgm:cxn modelId="{BCD678A1-1CD0-401C-AFFA-396ADA455D6B}" srcId="{4CA6ACEA-A7C3-4AF7-B0B3-E4D96B4037EB}" destId="{3E56C9DE-1B75-47DD-B45A-0BA3E2A8D6B5}" srcOrd="1" destOrd="0" parTransId="{AE2808F8-F3DC-4503-B187-9577C53620A6}" sibTransId="{23233503-6FBE-4B1F-AB1E-66F188EF7669}"/>
    <dgm:cxn modelId="{DAF6D9EF-7B40-4523-B4DD-EC8DE5175D52}" type="presOf" srcId="{38C3773A-1353-4E9F-8EEB-FAF18C62DBF4}" destId="{8DB12F98-74ED-4EE0-8CAA-C6C6980DFB6C}" srcOrd="0" destOrd="0" presId="urn:microsoft.com/office/officeart/2005/8/layout/process4"/>
    <dgm:cxn modelId="{31C672E4-088F-4CDC-AA3E-2D1075F51FFD}" type="presParOf" srcId="{B6A5BC3B-BAFB-4DC2-8E8E-E1498535D0B3}" destId="{B64D9149-47AA-4B0B-A834-231018ABEA19}" srcOrd="0" destOrd="0" presId="urn:microsoft.com/office/officeart/2005/8/layout/process4"/>
    <dgm:cxn modelId="{B2274393-5161-4C38-BD48-1E5693FF2672}" type="presParOf" srcId="{B64D9149-47AA-4B0B-A834-231018ABEA19}" destId="{DBBBE03E-14A9-4C8E-9FB7-F537E910FFE1}" srcOrd="0" destOrd="0" presId="urn:microsoft.com/office/officeart/2005/8/layout/process4"/>
    <dgm:cxn modelId="{E525E5B4-39C4-4E12-936A-2760472F9D31}" type="presParOf" srcId="{B6A5BC3B-BAFB-4DC2-8E8E-E1498535D0B3}" destId="{3854D3F2-628E-40FE-848F-6F8DE02945D7}" srcOrd="1" destOrd="0" presId="urn:microsoft.com/office/officeart/2005/8/layout/process4"/>
    <dgm:cxn modelId="{716B1310-6EED-4C53-8327-D3CC9DD8EC2B}" type="presParOf" srcId="{B6A5BC3B-BAFB-4DC2-8E8E-E1498535D0B3}" destId="{1E84EF50-E128-4FA9-B661-6157493951EA}" srcOrd="2" destOrd="0" presId="urn:microsoft.com/office/officeart/2005/8/layout/process4"/>
    <dgm:cxn modelId="{481272F0-66B5-41D4-8EE4-861B0DFEAE1E}" type="presParOf" srcId="{1E84EF50-E128-4FA9-B661-6157493951EA}" destId="{5038C288-5CA5-4E0A-B1E3-698C109C6470}" srcOrd="0" destOrd="0" presId="urn:microsoft.com/office/officeart/2005/8/layout/process4"/>
    <dgm:cxn modelId="{2727AFDD-BAE6-46CB-B927-79104A5411F7}" type="presParOf" srcId="{B6A5BC3B-BAFB-4DC2-8E8E-E1498535D0B3}" destId="{E57C9001-E9A1-4B0E-9590-4D68EECC1C41}" srcOrd="3" destOrd="0" presId="urn:microsoft.com/office/officeart/2005/8/layout/process4"/>
    <dgm:cxn modelId="{929330C0-8555-4D90-A561-3042F3930562}" type="presParOf" srcId="{B6A5BC3B-BAFB-4DC2-8E8E-E1498535D0B3}" destId="{F490C63A-16AD-420B-BE14-B7864D5C8106}" srcOrd="4" destOrd="0" presId="urn:microsoft.com/office/officeart/2005/8/layout/process4"/>
    <dgm:cxn modelId="{C93C4EC8-E504-4FBE-B880-EA7953B0E978}" type="presParOf" srcId="{F490C63A-16AD-420B-BE14-B7864D5C8106}" destId="{8DB12F98-74ED-4EE0-8CAA-C6C6980DFB6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A0A64B-3F04-42FA-8483-D884E3BA842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D91AD3D-851D-4802-BD10-10DDD1CA2B92}">
      <dgm:prSet custT="1"/>
      <dgm:spPr/>
      <dgm:t>
        <a:bodyPr/>
        <a:lstStyle/>
        <a:p>
          <a:r>
            <a:rPr lang="es-ES" sz="2400" b="1" dirty="0">
              <a:solidFill>
                <a:schemeClr val="tx2"/>
              </a:solidFill>
            </a:rPr>
            <a:t>Cinco elementos clave:</a:t>
          </a:r>
          <a:endParaRPr lang="en-US" sz="2400" dirty="0">
            <a:solidFill>
              <a:schemeClr val="tx2"/>
            </a:solidFill>
          </a:endParaRPr>
        </a:p>
      </dgm:t>
    </dgm:pt>
    <dgm:pt modelId="{B71B723B-8EC3-4143-B993-4CF12668708A}" type="parTrans" cxnId="{B16C1275-9478-4CD0-9099-A3AA38A24122}">
      <dgm:prSet/>
      <dgm:spPr/>
      <dgm:t>
        <a:bodyPr/>
        <a:lstStyle/>
        <a:p>
          <a:endParaRPr lang="en-US"/>
        </a:p>
      </dgm:t>
    </dgm:pt>
    <dgm:pt modelId="{A3A742AF-D710-40CB-A526-B4E346CE81C1}" type="sibTrans" cxnId="{B16C1275-9478-4CD0-9099-A3AA38A24122}">
      <dgm:prSet/>
      <dgm:spPr/>
      <dgm:t>
        <a:bodyPr/>
        <a:lstStyle/>
        <a:p>
          <a:endParaRPr lang="en-US"/>
        </a:p>
      </dgm:t>
    </dgm:pt>
    <dgm:pt modelId="{4423AC40-DA42-49C7-993A-A0DE185EB878}">
      <dgm:prSet custT="1"/>
      <dgm:spPr/>
      <dgm:t>
        <a:bodyPr/>
        <a:lstStyle/>
        <a:p>
          <a:r>
            <a:rPr lang="es-ES" sz="2400" dirty="0">
              <a:solidFill>
                <a:schemeClr val="tx2"/>
              </a:solidFill>
            </a:rPr>
            <a:t>1. Asegurar el acceso a los datos.</a:t>
          </a:r>
          <a:endParaRPr lang="en-US" sz="2400" dirty="0">
            <a:solidFill>
              <a:schemeClr val="tx2"/>
            </a:solidFill>
          </a:endParaRPr>
        </a:p>
      </dgm:t>
    </dgm:pt>
    <dgm:pt modelId="{5C4D1347-EEDE-45B6-8073-6B1E07A99B74}" type="parTrans" cxnId="{F5B8A9E6-5D24-4ADB-9623-886480343B4B}">
      <dgm:prSet/>
      <dgm:spPr/>
      <dgm:t>
        <a:bodyPr/>
        <a:lstStyle/>
        <a:p>
          <a:endParaRPr lang="en-US"/>
        </a:p>
      </dgm:t>
    </dgm:pt>
    <dgm:pt modelId="{C7AC56E1-647B-4792-A536-18789910FEF9}" type="sibTrans" cxnId="{F5B8A9E6-5D24-4ADB-9623-886480343B4B}">
      <dgm:prSet/>
      <dgm:spPr/>
      <dgm:t>
        <a:bodyPr/>
        <a:lstStyle/>
        <a:p>
          <a:endParaRPr lang="en-US"/>
        </a:p>
      </dgm:t>
    </dgm:pt>
    <dgm:pt modelId="{8DC1DDEC-C9D2-4BD9-885D-BD2793EBF917}">
      <dgm:prSet custT="1"/>
      <dgm:spPr/>
      <dgm:t>
        <a:bodyPr/>
        <a:lstStyle/>
        <a:p>
          <a:r>
            <a:rPr lang="es-ES" sz="2400" dirty="0">
              <a:solidFill>
                <a:schemeClr val="tx2"/>
              </a:solidFill>
            </a:rPr>
            <a:t>2. Proveerles significado a los datos.</a:t>
          </a:r>
          <a:endParaRPr lang="en-US" sz="2400" dirty="0">
            <a:solidFill>
              <a:schemeClr val="tx2"/>
            </a:solidFill>
          </a:endParaRPr>
        </a:p>
      </dgm:t>
    </dgm:pt>
    <dgm:pt modelId="{FC6809EA-CACF-4EB4-98D9-5C5F9ECC979A}" type="parTrans" cxnId="{9D1F7D1F-1896-4015-BE98-A2C30728147E}">
      <dgm:prSet/>
      <dgm:spPr/>
      <dgm:t>
        <a:bodyPr/>
        <a:lstStyle/>
        <a:p>
          <a:endParaRPr lang="en-US"/>
        </a:p>
      </dgm:t>
    </dgm:pt>
    <dgm:pt modelId="{47FA4732-9DF4-4E84-B374-BADFC4013DFD}" type="sibTrans" cxnId="{9D1F7D1F-1896-4015-BE98-A2C30728147E}">
      <dgm:prSet/>
      <dgm:spPr/>
      <dgm:t>
        <a:bodyPr/>
        <a:lstStyle/>
        <a:p>
          <a:endParaRPr lang="en-US"/>
        </a:p>
      </dgm:t>
    </dgm:pt>
    <dgm:pt modelId="{B30CC310-5A59-4B45-B60A-90C7E722A758}">
      <dgm:prSet custT="1"/>
      <dgm:spPr/>
      <dgm:t>
        <a:bodyPr/>
        <a:lstStyle/>
        <a:p>
          <a:r>
            <a:rPr lang="es-ES" sz="2400" dirty="0">
              <a:solidFill>
                <a:schemeClr val="tx2"/>
              </a:solidFill>
            </a:rPr>
            <a:t>3. Aclarar expectativas del uso.</a:t>
          </a:r>
          <a:endParaRPr lang="en-US" sz="2400" dirty="0">
            <a:solidFill>
              <a:schemeClr val="tx2"/>
            </a:solidFill>
          </a:endParaRPr>
        </a:p>
      </dgm:t>
    </dgm:pt>
    <dgm:pt modelId="{954773E5-5874-4F75-9DA6-A520DDDBFA1C}" type="parTrans" cxnId="{70E9081D-5A50-479B-9F3A-9C0A8D34173B}">
      <dgm:prSet/>
      <dgm:spPr/>
      <dgm:t>
        <a:bodyPr/>
        <a:lstStyle/>
        <a:p>
          <a:endParaRPr lang="en-US"/>
        </a:p>
      </dgm:t>
    </dgm:pt>
    <dgm:pt modelId="{C39CD71D-960D-42B3-9244-DCB7C7E5A089}" type="sibTrans" cxnId="{70E9081D-5A50-479B-9F3A-9C0A8D34173B}">
      <dgm:prSet/>
      <dgm:spPr/>
      <dgm:t>
        <a:bodyPr/>
        <a:lstStyle/>
        <a:p>
          <a:endParaRPr lang="en-US"/>
        </a:p>
      </dgm:t>
    </dgm:pt>
    <dgm:pt modelId="{948913FD-C8C7-48F1-89FD-8E630418A131}">
      <dgm:prSet custT="1"/>
      <dgm:spPr/>
      <dgm:t>
        <a:bodyPr/>
        <a:lstStyle/>
        <a:p>
          <a:r>
            <a:rPr lang="es-ES" sz="2400" b="0" dirty="0">
              <a:solidFill>
                <a:schemeClr val="tx2"/>
              </a:solidFill>
            </a:rPr>
            <a:t>4. Construir conocimiento y habilidades.</a:t>
          </a:r>
          <a:endParaRPr lang="en-US" sz="2400" b="0" dirty="0">
            <a:solidFill>
              <a:schemeClr val="tx2"/>
            </a:solidFill>
          </a:endParaRPr>
        </a:p>
      </dgm:t>
    </dgm:pt>
    <dgm:pt modelId="{018CA9A6-EFFB-48AC-A119-7007E453646E}" type="parTrans" cxnId="{308B3552-4FCD-448E-88A4-E836E02986DA}">
      <dgm:prSet/>
      <dgm:spPr/>
      <dgm:t>
        <a:bodyPr/>
        <a:lstStyle/>
        <a:p>
          <a:endParaRPr lang="en-US"/>
        </a:p>
      </dgm:t>
    </dgm:pt>
    <dgm:pt modelId="{CEA3765E-4250-4BF3-9C4B-B9400181BF2F}" type="sibTrans" cxnId="{308B3552-4FCD-448E-88A4-E836E02986DA}">
      <dgm:prSet/>
      <dgm:spPr/>
      <dgm:t>
        <a:bodyPr/>
        <a:lstStyle/>
        <a:p>
          <a:endParaRPr lang="en-US"/>
        </a:p>
      </dgm:t>
    </dgm:pt>
    <dgm:pt modelId="{DE0F44B6-2101-40B3-9BD1-091AA2279908}">
      <dgm:prSet custT="1"/>
      <dgm:spPr/>
      <dgm:t>
        <a:bodyPr/>
        <a:lstStyle/>
        <a:p>
          <a:r>
            <a:rPr lang="es-ES" sz="2400" dirty="0">
              <a:solidFill>
                <a:schemeClr val="tx2"/>
              </a:solidFill>
            </a:rPr>
            <a:t>5. Liderar una cultura de uso.</a:t>
          </a:r>
          <a:endParaRPr lang="en-US" sz="2400" dirty="0">
            <a:solidFill>
              <a:schemeClr val="tx2"/>
            </a:solidFill>
          </a:endParaRPr>
        </a:p>
      </dgm:t>
    </dgm:pt>
    <dgm:pt modelId="{FC9334F9-1734-42D9-8AAF-ECC73F645191}" type="parTrans" cxnId="{522F33B4-3611-4B3F-A6D0-0DB732E64D4B}">
      <dgm:prSet/>
      <dgm:spPr/>
      <dgm:t>
        <a:bodyPr/>
        <a:lstStyle/>
        <a:p>
          <a:endParaRPr lang="en-US"/>
        </a:p>
      </dgm:t>
    </dgm:pt>
    <dgm:pt modelId="{FF583AEA-32ED-417A-BB41-84D2A4FCCC62}" type="sibTrans" cxnId="{522F33B4-3611-4B3F-A6D0-0DB732E64D4B}">
      <dgm:prSet/>
      <dgm:spPr/>
      <dgm:t>
        <a:bodyPr/>
        <a:lstStyle/>
        <a:p>
          <a:endParaRPr lang="en-US"/>
        </a:p>
      </dgm:t>
    </dgm:pt>
    <dgm:pt modelId="{B322CF92-590D-4AC2-8480-0B834FE18CDE}" type="pres">
      <dgm:prSet presAssocID="{B8A0A64B-3F04-42FA-8483-D884E3BA842C}" presName="root" presStyleCnt="0">
        <dgm:presLayoutVars>
          <dgm:dir/>
          <dgm:resizeHandles val="exact"/>
        </dgm:presLayoutVars>
      </dgm:prSet>
      <dgm:spPr/>
    </dgm:pt>
    <dgm:pt modelId="{CD028BB6-8E0B-4781-8324-344562E700FB}" type="pres">
      <dgm:prSet presAssocID="{1D91AD3D-851D-4802-BD10-10DDD1CA2B92}" presName="compNode" presStyleCnt="0"/>
      <dgm:spPr/>
    </dgm:pt>
    <dgm:pt modelId="{A3BED67C-1C48-4C91-B44E-D88EA7DFF0D6}" type="pres">
      <dgm:prSet presAssocID="{1D91AD3D-851D-4802-BD10-10DDD1CA2B92}" presName="bgRect" presStyleLbl="bgShp" presStyleIdx="0" presStyleCnt="6" custLinFactNeighborX="8242" custLinFactNeighborY="14234"/>
      <dgm:spPr/>
    </dgm:pt>
    <dgm:pt modelId="{EC2BAC83-4C9D-4C41-9587-F44226CBEE83}" type="pres">
      <dgm:prSet presAssocID="{1D91AD3D-851D-4802-BD10-10DDD1CA2B9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llipop"/>
        </a:ext>
      </dgm:extLst>
    </dgm:pt>
    <dgm:pt modelId="{8F18B948-7A64-45A0-853E-1E78CFAD4C0F}" type="pres">
      <dgm:prSet presAssocID="{1D91AD3D-851D-4802-BD10-10DDD1CA2B92}" presName="spaceRect" presStyleCnt="0"/>
      <dgm:spPr/>
    </dgm:pt>
    <dgm:pt modelId="{7BB3B16E-DEAF-482F-B6E0-258D7038D61E}" type="pres">
      <dgm:prSet presAssocID="{1D91AD3D-851D-4802-BD10-10DDD1CA2B92}" presName="parTx" presStyleLbl="revTx" presStyleIdx="0" presStyleCnt="6">
        <dgm:presLayoutVars>
          <dgm:chMax val="0"/>
          <dgm:chPref val="0"/>
        </dgm:presLayoutVars>
      </dgm:prSet>
      <dgm:spPr/>
    </dgm:pt>
    <dgm:pt modelId="{625DC83D-1CE5-4C91-BECE-E87ED3B0EE8A}" type="pres">
      <dgm:prSet presAssocID="{A3A742AF-D710-40CB-A526-B4E346CE81C1}" presName="sibTrans" presStyleCnt="0"/>
      <dgm:spPr/>
    </dgm:pt>
    <dgm:pt modelId="{AC7F500B-68BA-44AE-BCE0-4D4DE0051062}" type="pres">
      <dgm:prSet presAssocID="{4423AC40-DA42-49C7-993A-A0DE185EB878}" presName="compNode" presStyleCnt="0"/>
      <dgm:spPr/>
    </dgm:pt>
    <dgm:pt modelId="{5D5F5ADB-1E83-4928-AEE4-603002FD3317}" type="pres">
      <dgm:prSet presAssocID="{4423AC40-DA42-49C7-993A-A0DE185EB878}" presName="bgRect" presStyleLbl="bgShp" presStyleIdx="1" presStyleCnt="6"/>
      <dgm:spPr/>
    </dgm:pt>
    <dgm:pt modelId="{929B0A7A-6E7D-4AFB-8785-84C9C15C1FAF}" type="pres">
      <dgm:prSet presAssocID="{4423AC40-DA42-49C7-993A-A0DE185EB87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6064C60E-D4CE-4F7B-87E5-C3A0409CFEC9}" type="pres">
      <dgm:prSet presAssocID="{4423AC40-DA42-49C7-993A-A0DE185EB878}" presName="spaceRect" presStyleCnt="0"/>
      <dgm:spPr/>
    </dgm:pt>
    <dgm:pt modelId="{01107CA9-7BFF-415D-A51A-3D2FBB1FB9F3}" type="pres">
      <dgm:prSet presAssocID="{4423AC40-DA42-49C7-993A-A0DE185EB878}" presName="parTx" presStyleLbl="revTx" presStyleIdx="1" presStyleCnt="6">
        <dgm:presLayoutVars>
          <dgm:chMax val="0"/>
          <dgm:chPref val="0"/>
        </dgm:presLayoutVars>
      </dgm:prSet>
      <dgm:spPr/>
    </dgm:pt>
    <dgm:pt modelId="{18EF16D6-8B07-41D8-9366-87EFA86FFC03}" type="pres">
      <dgm:prSet presAssocID="{C7AC56E1-647B-4792-A536-18789910FEF9}" presName="sibTrans" presStyleCnt="0"/>
      <dgm:spPr/>
    </dgm:pt>
    <dgm:pt modelId="{E7D095BD-BDF9-4359-BADB-130DDEB0987E}" type="pres">
      <dgm:prSet presAssocID="{8DC1DDEC-C9D2-4BD9-885D-BD2793EBF917}" presName="compNode" presStyleCnt="0"/>
      <dgm:spPr/>
    </dgm:pt>
    <dgm:pt modelId="{AA769F15-AF52-451E-A1E1-938C924FAC25}" type="pres">
      <dgm:prSet presAssocID="{8DC1DDEC-C9D2-4BD9-885D-BD2793EBF917}" presName="bgRect" presStyleLbl="bgShp" presStyleIdx="2" presStyleCnt="6"/>
      <dgm:spPr/>
    </dgm:pt>
    <dgm:pt modelId="{A357BE55-8F0A-43E8-A217-D310F8F15B28}" type="pres">
      <dgm:prSet presAssocID="{8DC1DDEC-C9D2-4BD9-885D-BD2793EBF917}"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ie chart"/>
        </a:ext>
      </dgm:extLst>
    </dgm:pt>
    <dgm:pt modelId="{51B120BD-44BA-4D7B-8EB5-FC5061DAB1A7}" type="pres">
      <dgm:prSet presAssocID="{8DC1DDEC-C9D2-4BD9-885D-BD2793EBF917}" presName="spaceRect" presStyleCnt="0"/>
      <dgm:spPr/>
    </dgm:pt>
    <dgm:pt modelId="{20B390B4-6AC7-4D93-BC82-30562FD58191}" type="pres">
      <dgm:prSet presAssocID="{8DC1DDEC-C9D2-4BD9-885D-BD2793EBF917}" presName="parTx" presStyleLbl="revTx" presStyleIdx="2" presStyleCnt="6">
        <dgm:presLayoutVars>
          <dgm:chMax val="0"/>
          <dgm:chPref val="0"/>
        </dgm:presLayoutVars>
      </dgm:prSet>
      <dgm:spPr/>
    </dgm:pt>
    <dgm:pt modelId="{6F4BF3D0-979A-47B3-9BBA-902FD0F2FFFA}" type="pres">
      <dgm:prSet presAssocID="{47FA4732-9DF4-4E84-B374-BADFC4013DFD}" presName="sibTrans" presStyleCnt="0"/>
      <dgm:spPr/>
    </dgm:pt>
    <dgm:pt modelId="{65B28F91-A5D2-4FE4-8A31-9F18542EC84D}" type="pres">
      <dgm:prSet presAssocID="{B30CC310-5A59-4B45-B60A-90C7E722A758}" presName="compNode" presStyleCnt="0"/>
      <dgm:spPr/>
    </dgm:pt>
    <dgm:pt modelId="{B074BB17-1628-4D37-B817-2AF677ED4ABC}" type="pres">
      <dgm:prSet presAssocID="{B30CC310-5A59-4B45-B60A-90C7E722A758}" presName="bgRect" presStyleLbl="bgShp" presStyleIdx="3" presStyleCnt="6"/>
      <dgm:spPr/>
    </dgm:pt>
    <dgm:pt modelId="{D3DFFE17-2807-4731-9F01-DEA26669A2A4}" type="pres">
      <dgm:prSet presAssocID="{B30CC310-5A59-4B45-B60A-90C7E722A758}"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A335BDB2-A1FC-4F2A-BED7-9BD1BAA0AB63}" type="pres">
      <dgm:prSet presAssocID="{B30CC310-5A59-4B45-B60A-90C7E722A758}" presName="spaceRect" presStyleCnt="0"/>
      <dgm:spPr/>
    </dgm:pt>
    <dgm:pt modelId="{D27690B3-2977-45CD-AF9C-C2E4B67924EA}" type="pres">
      <dgm:prSet presAssocID="{B30CC310-5A59-4B45-B60A-90C7E722A758}" presName="parTx" presStyleLbl="revTx" presStyleIdx="3" presStyleCnt="6">
        <dgm:presLayoutVars>
          <dgm:chMax val="0"/>
          <dgm:chPref val="0"/>
        </dgm:presLayoutVars>
      </dgm:prSet>
      <dgm:spPr/>
    </dgm:pt>
    <dgm:pt modelId="{3B929E44-7E7A-4E08-8819-48219170C513}" type="pres">
      <dgm:prSet presAssocID="{C39CD71D-960D-42B3-9244-DCB7C7E5A089}" presName="sibTrans" presStyleCnt="0"/>
      <dgm:spPr/>
    </dgm:pt>
    <dgm:pt modelId="{CD5A177E-6DE1-438B-BD3C-DDDD382B30EC}" type="pres">
      <dgm:prSet presAssocID="{948913FD-C8C7-48F1-89FD-8E630418A131}" presName="compNode" presStyleCnt="0"/>
      <dgm:spPr/>
    </dgm:pt>
    <dgm:pt modelId="{3BA9B7E0-BA2F-44DE-8BF9-9D4279068AE4}" type="pres">
      <dgm:prSet presAssocID="{948913FD-C8C7-48F1-89FD-8E630418A131}" presName="bgRect" presStyleLbl="bgShp" presStyleIdx="4" presStyleCnt="6"/>
      <dgm:spPr/>
    </dgm:pt>
    <dgm:pt modelId="{D2FFF2EE-D75A-4FFA-8035-E6B52121685E}" type="pres">
      <dgm:prSet presAssocID="{948913FD-C8C7-48F1-89FD-8E630418A13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hare With Person"/>
        </a:ext>
      </dgm:extLst>
    </dgm:pt>
    <dgm:pt modelId="{2B390AFF-189C-4BF3-8344-2BF6D0BFF33F}" type="pres">
      <dgm:prSet presAssocID="{948913FD-C8C7-48F1-89FD-8E630418A131}" presName="spaceRect" presStyleCnt="0"/>
      <dgm:spPr/>
    </dgm:pt>
    <dgm:pt modelId="{5462AC45-6C76-4386-89E8-9DC6032C3D98}" type="pres">
      <dgm:prSet presAssocID="{948913FD-C8C7-48F1-89FD-8E630418A131}" presName="parTx" presStyleLbl="revTx" presStyleIdx="4" presStyleCnt="6">
        <dgm:presLayoutVars>
          <dgm:chMax val="0"/>
          <dgm:chPref val="0"/>
        </dgm:presLayoutVars>
      </dgm:prSet>
      <dgm:spPr/>
    </dgm:pt>
    <dgm:pt modelId="{A83D798C-AC55-4B0D-B8E9-AF9B6F16D49D}" type="pres">
      <dgm:prSet presAssocID="{CEA3765E-4250-4BF3-9C4B-B9400181BF2F}" presName="sibTrans" presStyleCnt="0"/>
      <dgm:spPr/>
    </dgm:pt>
    <dgm:pt modelId="{5B1DAD7C-FFD7-4B2F-B254-FE749D3C1AB7}" type="pres">
      <dgm:prSet presAssocID="{DE0F44B6-2101-40B3-9BD1-091AA2279908}" presName="compNode" presStyleCnt="0"/>
      <dgm:spPr/>
    </dgm:pt>
    <dgm:pt modelId="{A57D5FAA-8968-4C98-9356-64827EC86F40}" type="pres">
      <dgm:prSet presAssocID="{DE0F44B6-2101-40B3-9BD1-091AA2279908}" presName="bgRect" presStyleLbl="bgShp" presStyleIdx="5" presStyleCnt="6"/>
      <dgm:spPr/>
    </dgm:pt>
    <dgm:pt modelId="{9FED6DB0-F2C9-4552-A7CF-7C944E4362F5}" type="pres">
      <dgm:prSet presAssocID="{DE0F44B6-2101-40B3-9BD1-091AA227990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uzzle"/>
        </a:ext>
      </dgm:extLst>
    </dgm:pt>
    <dgm:pt modelId="{CEDA43FB-900E-4829-8CFE-80B79A5FA37D}" type="pres">
      <dgm:prSet presAssocID="{DE0F44B6-2101-40B3-9BD1-091AA2279908}" presName="spaceRect" presStyleCnt="0"/>
      <dgm:spPr/>
    </dgm:pt>
    <dgm:pt modelId="{26B98C19-D1CF-4BFB-95BE-05BB4B9A0171}" type="pres">
      <dgm:prSet presAssocID="{DE0F44B6-2101-40B3-9BD1-091AA2279908}" presName="parTx" presStyleLbl="revTx" presStyleIdx="5" presStyleCnt="6">
        <dgm:presLayoutVars>
          <dgm:chMax val="0"/>
          <dgm:chPref val="0"/>
        </dgm:presLayoutVars>
      </dgm:prSet>
      <dgm:spPr/>
    </dgm:pt>
  </dgm:ptLst>
  <dgm:cxnLst>
    <dgm:cxn modelId="{92AC3A0A-CB7E-475C-939E-D713A8034520}" type="presOf" srcId="{4423AC40-DA42-49C7-993A-A0DE185EB878}" destId="{01107CA9-7BFF-415D-A51A-3D2FBB1FB9F3}" srcOrd="0" destOrd="0" presId="urn:microsoft.com/office/officeart/2018/2/layout/IconVerticalSolidList"/>
    <dgm:cxn modelId="{99B27714-8719-4157-97C5-0ED6D29F3DAB}" type="presOf" srcId="{8DC1DDEC-C9D2-4BD9-885D-BD2793EBF917}" destId="{20B390B4-6AC7-4D93-BC82-30562FD58191}" srcOrd="0" destOrd="0" presId="urn:microsoft.com/office/officeart/2018/2/layout/IconVerticalSolidList"/>
    <dgm:cxn modelId="{70E9081D-5A50-479B-9F3A-9C0A8D34173B}" srcId="{B8A0A64B-3F04-42FA-8483-D884E3BA842C}" destId="{B30CC310-5A59-4B45-B60A-90C7E722A758}" srcOrd="3" destOrd="0" parTransId="{954773E5-5874-4F75-9DA6-A520DDDBFA1C}" sibTransId="{C39CD71D-960D-42B3-9244-DCB7C7E5A089}"/>
    <dgm:cxn modelId="{9D1F7D1F-1896-4015-BE98-A2C30728147E}" srcId="{B8A0A64B-3F04-42FA-8483-D884E3BA842C}" destId="{8DC1DDEC-C9D2-4BD9-885D-BD2793EBF917}" srcOrd="2" destOrd="0" parTransId="{FC6809EA-CACF-4EB4-98D9-5C5F9ECC979A}" sibTransId="{47FA4732-9DF4-4E84-B374-BADFC4013DFD}"/>
    <dgm:cxn modelId="{F8587526-F587-430F-A278-2B7E20E0BF49}" type="presOf" srcId="{DE0F44B6-2101-40B3-9BD1-091AA2279908}" destId="{26B98C19-D1CF-4BFB-95BE-05BB4B9A0171}" srcOrd="0" destOrd="0" presId="urn:microsoft.com/office/officeart/2018/2/layout/IconVerticalSolidList"/>
    <dgm:cxn modelId="{6AFE312F-F037-444F-AFE4-33B431D53B60}" type="presOf" srcId="{B30CC310-5A59-4B45-B60A-90C7E722A758}" destId="{D27690B3-2977-45CD-AF9C-C2E4B67924EA}" srcOrd="0" destOrd="0" presId="urn:microsoft.com/office/officeart/2018/2/layout/IconVerticalSolidList"/>
    <dgm:cxn modelId="{725AC637-2A02-4E13-B22E-F0FEEEE94847}" type="presOf" srcId="{1D91AD3D-851D-4802-BD10-10DDD1CA2B92}" destId="{7BB3B16E-DEAF-482F-B6E0-258D7038D61E}" srcOrd="0" destOrd="0" presId="urn:microsoft.com/office/officeart/2018/2/layout/IconVerticalSolidList"/>
    <dgm:cxn modelId="{5EE71B4F-7130-488A-B5F6-134C048A2501}" type="presOf" srcId="{B8A0A64B-3F04-42FA-8483-D884E3BA842C}" destId="{B322CF92-590D-4AC2-8480-0B834FE18CDE}" srcOrd="0" destOrd="0" presId="urn:microsoft.com/office/officeart/2018/2/layout/IconVerticalSolidList"/>
    <dgm:cxn modelId="{1ABD8F51-609A-44D6-8EE2-0157901A9FF5}" type="presOf" srcId="{948913FD-C8C7-48F1-89FD-8E630418A131}" destId="{5462AC45-6C76-4386-89E8-9DC6032C3D98}" srcOrd="0" destOrd="0" presId="urn:microsoft.com/office/officeart/2018/2/layout/IconVerticalSolidList"/>
    <dgm:cxn modelId="{308B3552-4FCD-448E-88A4-E836E02986DA}" srcId="{B8A0A64B-3F04-42FA-8483-D884E3BA842C}" destId="{948913FD-C8C7-48F1-89FD-8E630418A131}" srcOrd="4" destOrd="0" parTransId="{018CA9A6-EFFB-48AC-A119-7007E453646E}" sibTransId="{CEA3765E-4250-4BF3-9C4B-B9400181BF2F}"/>
    <dgm:cxn modelId="{B16C1275-9478-4CD0-9099-A3AA38A24122}" srcId="{B8A0A64B-3F04-42FA-8483-D884E3BA842C}" destId="{1D91AD3D-851D-4802-BD10-10DDD1CA2B92}" srcOrd="0" destOrd="0" parTransId="{B71B723B-8EC3-4143-B993-4CF12668708A}" sibTransId="{A3A742AF-D710-40CB-A526-B4E346CE81C1}"/>
    <dgm:cxn modelId="{522F33B4-3611-4B3F-A6D0-0DB732E64D4B}" srcId="{B8A0A64B-3F04-42FA-8483-D884E3BA842C}" destId="{DE0F44B6-2101-40B3-9BD1-091AA2279908}" srcOrd="5" destOrd="0" parTransId="{FC9334F9-1734-42D9-8AAF-ECC73F645191}" sibTransId="{FF583AEA-32ED-417A-BB41-84D2A4FCCC62}"/>
    <dgm:cxn modelId="{F5B8A9E6-5D24-4ADB-9623-886480343B4B}" srcId="{B8A0A64B-3F04-42FA-8483-D884E3BA842C}" destId="{4423AC40-DA42-49C7-993A-A0DE185EB878}" srcOrd="1" destOrd="0" parTransId="{5C4D1347-EEDE-45B6-8073-6B1E07A99B74}" sibTransId="{C7AC56E1-647B-4792-A536-18789910FEF9}"/>
    <dgm:cxn modelId="{49BC1D98-2D17-4CEA-A6E9-14AA32B46D86}" type="presParOf" srcId="{B322CF92-590D-4AC2-8480-0B834FE18CDE}" destId="{CD028BB6-8E0B-4781-8324-344562E700FB}" srcOrd="0" destOrd="0" presId="urn:microsoft.com/office/officeart/2018/2/layout/IconVerticalSolidList"/>
    <dgm:cxn modelId="{DCC61495-FDA2-4185-97A7-D667B1CF5B76}" type="presParOf" srcId="{CD028BB6-8E0B-4781-8324-344562E700FB}" destId="{A3BED67C-1C48-4C91-B44E-D88EA7DFF0D6}" srcOrd="0" destOrd="0" presId="urn:microsoft.com/office/officeart/2018/2/layout/IconVerticalSolidList"/>
    <dgm:cxn modelId="{31AFED3E-29BB-4C44-B272-1ECC42897E1E}" type="presParOf" srcId="{CD028BB6-8E0B-4781-8324-344562E700FB}" destId="{EC2BAC83-4C9D-4C41-9587-F44226CBEE83}" srcOrd="1" destOrd="0" presId="urn:microsoft.com/office/officeart/2018/2/layout/IconVerticalSolidList"/>
    <dgm:cxn modelId="{932E0E3F-7BB1-465F-84B1-5EABD89D2C88}" type="presParOf" srcId="{CD028BB6-8E0B-4781-8324-344562E700FB}" destId="{8F18B948-7A64-45A0-853E-1E78CFAD4C0F}" srcOrd="2" destOrd="0" presId="urn:microsoft.com/office/officeart/2018/2/layout/IconVerticalSolidList"/>
    <dgm:cxn modelId="{CC16DF22-39B8-4BB0-86EA-DB2DE463ED5F}" type="presParOf" srcId="{CD028BB6-8E0B-4781-8324-344562E700FB}" destId="{7BB3B16E-DEAF-482F-B6E0-258D7038D61E}" srcOrd="3" destOrd="0" presId="urn:microsoft.com/office/officeart/2018/2/layout/IconVerticalSolidList"/>
    <dgm:cxn modelId="{332FA12C-9A87-4070-A7E4-A839D7A88FA1}" type="presParOf" srcId="{B322CF92-590D-4AC2-8480-0B834FE18CDE}" destId="{625DC83D-1CE5-4C91-BECE-E87ED3B0EE8A}" srcOrd="1" destOrd="0" presId="urn:microsoft.com/office/officeart/2018/2/layout/IconVerticalSolidList"/>
    <dgm:cxn modelId="{883E6B15-5382-4850-8DAB-EEADDACF8019}" type="presParOf" srcId="{B322CF92-590D-4AC2-8480-0B834FE18CDE}" destId="{AC7F500B-68BA-44AE-BCE0-4D4DE0051062}" srcOrd="2" destOrd="0" presId="urn:microsoft.com/office/officeart/2018/2/layout/IconVerticalSolidList"/>
    <dgm:cxn modelId="{89167E39-1175-4671-808B-957199D08FB2}" type="presParOf" srcId="{AC7F500B-68BA-44AE-BCE0-4D4DE0051062}" destId="{5D5F5ADB-1E83-4928-AEE4-603002FD3317}" srcOrd="0" destOrd="0" presId="urn:microsoft.com/office/officeart/2018/2/layout/IconVerticalSolidList"/>
    <dgm:cxn modelId="{DC71E92B-7982-45AA-ACA8-E7BF6273C1A3}" type="presParOf" srcId="{AC7F500B-68BA-44AE-BCE0-4D4DE0051062}" destId="{929B0A7A-6E7D-4AFB-8785-84C9C15C1FAF}" srcOrd="1" destOrd="0" presId="urn:microsoft.com/office/officeart/2018/2/layout/IconVerticalSolidList"/>
    <dgm:cxn modelId="{42FDB081-14FD-4EFD-8255-BBEC258AC3FD}" type="presParOf" srcId="{AC7F500B-68BA-44AE-BCE0-4D4DE0051062}" destId="{6064C60E-D4CE-4F7B-87E5-C3A0409CFEC9}" srcOrd="2" destOrd="0" presId="urn:microsoft.com/office/officeart/2018/2/layout/IconVerticalSolidList"/>
    <dgm:cxn modelId="{178BAC4F-622C-4E70-BD64-F7B466BEB884}" type="presParOf" srcId="{AC7F500B-68BA-44AE-BCE0-4D4DE0051062}" destId="{01107CA9-7BFF-415D-A51A-3D2FBB1FB9F3}" srcOrd="3" destOrd="0" presId="urn:microsoft.com/office/officeart/2018/2/layout/IconVerticalSolidList"/>
    <dgm:cxn modelId="{91552A20-E1FD-49F3-8AC1-62CA1A417B35}" type="presParOf" srcId="{B322CF92-590D-4AC2-8480-0B834FE18CDE}" destId="{18EF16D6-8B07-41D8-9366-87EFA86FFC03}" srcOrd="3" destOrd="0" presId="urn:microsoft.com/office/officeart/2018/2/layout/IconVerticalSolidList"/>
    <dgm:cxn modelId="{F2EE2D23-98D9-417F-A5BB-22E040CE5527}" type="presParOf" srcId="{B322CF92-590D-4AC2-8480-0B834FE18CDE}" destId="{E7D095BD-BDF9-4359-BADB-130DDEB0987E}" srcOrd="4" destOrd="0" presId="urn:microsoft.com/office/officeart/2018/2/layout/IconVerticalSolidList"/>
    <dgm:cxn modelId="{0813AB7C-C53F-4565-AD41-1D9B25FF19D6}" type="presParOf" srcId="{E7D095BD-BDF9-4359-BADB-130DDEB0987E}" destId="{AA769F15-AF52-451E-A1E1-938C924FAC25}" srcOrd="0" destOrd="0" presId="urn:microsoft.com/office/officeart/2018/2/layout/IconVerticalSolidList"/>
    <dgm:cxn modelId="{D137CCEA-84A6-4AB9-A1D2-83AE54764DFE}" type="presParOf" srcId="{E7D095BD-BDF9-4359-BADB-130DDEB0987E}" destId="{A357BE55-8F0A-43E8-A217-D310F8F15B28}" srcOrd="1" destOrd="0" presId="urn:microsoft.com/office/officeart/2018/2/layout/IconVerticalSolidList"/>
    <dgm:cxn modelId="{DB3B8623-6D7D-4934-AADF-9A1CC33AA593}" type="presParOf" srcId="{E7D095BD-BDF9-4359-BADB-130DDEB0987E}" destId="{51B120BD-44BA-4D7B-8EB5-FC5061DAB1A7}" srcOrd="2" destOrd="0" presId="urn:microsoft.com/office/officeart/2018/2/layout/IconVerticalSolidList"/>
    <dgm:cxn modelId="{DA1CE35A-97FA-4B74-8BBF-2FE4EEB92D29}" type="presParOf" srcId="{E7D095BD-BDF9-4359-BADB-130DDEB0987E}" destId="{20B390B4-6AC7-4D93-BC82-30562FD58191}" srcOrd="3" destOrd="0" presId="urn:microsoft.com/office/officeart/2018/2/layout/IconVerticalSolidList"/>
    <dgm:cxn modelId="{5F796D82-8D27-4CA8-88C8-5C95438233A7}" type="presParOf" srcId="{B322CF92-590D-4AC2-8480-0B834FE18CDE}" destId="{6F4BF3D0-979A-47B3-9BBA-902FD0F2FFFA}" srcOrd="5" destOrd="0" presId="urn:microsoft.com/office/officeart/2018/2/layout/IconVerticalSolidList"/>
    <dgm:cxn modelId="{C400AEBF-3B9C-4B3D-A43A-965C588FFED0}" type="presParOf" srcId="{B322CF92-590D-4AC2-8480-0B834FE18CDE}" destId="{65B28F91-A5D2-4FE4-8A31-9F18542EC84D}" srcOrd="6" destOrd="0" presId="urn:microsoft.com/office/officeart/2018/2/layout/IconVerticalSolidList"/>
    <dgm:cxn modelId="{6603E3CC-7C89-4729-84FD-39239B146A63}" type="presParOf" srcId="{65B28F91-A5D2-4FE4-8A31-9F18542EC84D}" destId="{B074BB17-1628-4D37-B817-2AF677ED4ABC}" srcOrd="0" destOrd="0" presId="urn:microsoft.com/office/officeart/2018/2/layout/IconVerticalSolidList"/>
    <dgm:cxn modelId="{564BFB00-B4D8-46CA-AA2A-C1632A91FD20}" type="presParOf" srcId="{65B28F91-A5D2-4FE4-8A31-9F18542EC84D}" destId="{D3DFFE17-2807-4731-9F01-DEA26669A2A4}" srcOrd="1" destOrd="0" presId="urn:microsoft.com/office/officeart/2018/2/layout/IconVerticalSolidList"/>
    <dgm:cxn modelId="{1D5A8C68-4F73-487A-8BD7-D176061F9EF6}" type="presParOf" srcId="{65B28F91-A5D2-4FE4-8A31-9F18542EC84D}" destId="{A335BDB2-A1FC-4F2A-BED7-9BD1BAA0AB63}" srcOrd="2" destOrd="0" presId="urn:microsoft.com/office/officeart/2018/2/layout/IconVerticalSolidList"/>
    <dgm:cxn modelId="{2B3A454C-DE33-4049-A061-9C73C59A848D}" type="presParOf" srcId="{65B28F91-A5D2-4FE4-8A31-9F18542EC84D}" destId="{D27690B3-2977-45CD-AF9C-C2E4B67924EA}" srcOrd="3" destOrd="0" presId="urn:microsoft.com/office/officeart/2018/2/layout/IconVerticalSolidList"/>
    <dgm:cxn modelId="{E06390D8-AFC6-4C22-B682-9B75F424CD83}" type="presParOf" srcId="{B322CF92-590D-4AC2-8480-0B834FE18CDE}" destId="{3B929E44-7E7A-4E08-8819-48219170C513}" srcOrd="7" destOrd="0" presId="urn:microsoft.com/office/officeart/2018/2/layout/IconVerticalSolidList"/>
    <dgm:cxn modelId="{828ECF35-3D47-46BA-831B-4C1E3440B593}" type="presParOf" srcId="{B322CF92-590D-4AC2-8480-0B834FE18CDE}" destId="{CD5A177E-6DE1-438B-BD3C-DDDD382B30EC}" srcOrd="8" destOrd="0" presId="urn:microsoft.com/office/officeart/2018/2/layout/IconVerticalSolidList"/>
    <dgm:cxn modelId="{0350AAA0-832B-42E0-AB44-C8FEC3650A45}" type="presParOf" srcId="{CD5A177E-6DE1-438B-BD3C-DDDD382B30EC}" destId="{3BA9B7E0-BA2F-44DE-8BF9-9D4279068AE4}" srcOrd="0" destOrd="0" presId="urn:microsoft.com/office/officeart/2018/2/layout/IconVerticalSolidList"/>
    <dgm:cxn modelId="{A3BD7215-B893-4821-80E3-6A01E2C21395}" type="presParOf" srcId="{CD5A177E-6DE1-438B-BD3C-DDDD382B30EC}" destId="{D2FFF2EE-D75A-4FFA-8035-E6B52121685E}" srcOrd="1" destOrd="0" presId="urn:microsoft.com/office/officeart/2018/2/layout/IconVerticalSolidList"/>
    <dgm:cxn modelId="{F8090BA9-9ED7-4973-8833-16FC3C3CAAE7}" type="presParOf" srcId="{CD5A177E-6DE1-438B-BD3C-DDDD382B30EC}" destId="{2B390AFF-189C-4BF3-8344-2BF6D0BFF33F}" srcOrd="2" destOrd="0" presId="urn:microsoft.com/office/officeart/2018/2/layout/IconVerticalSolidList"/>
    <dgm:cxn modelId="{FF8B5E8F-3378-4298-97F3-FDFC6BBF7D9B}" type="presParOf" srcId="{CD5A177E-6DE1-438B-BD3C-DDDD382B30EC}" destId="{5462AC45-6C76-4386-89E8-9DC6032C3D98}" srcOrd="3" destOrd="0" presId="urn:microsoft.com/office/officeart/2018/2/layout/IconVerticalSolidList"/>
    <dgm:cxn modelId="{98FD93F7-E82B-47CC-AE83-621F7789BD3A}" type="presParOf" srcId="{B322CF92-590D-4AC2-8480-0B834FE18CDE}" destId="{A83D798C-AC55-4B0D-B8E9-AF9B6F16D49D}" srcOrd="9" destOrd="0" presId="urn:microsoft.com/office/officeart/2018/2/layout/IconVerticalSolidList"/>
    <dgm:cxn modelId="{FA845FCD-7F91-4CC3-BD50-CEE0195B46E3}" type="presParOf" srcId="{B322CF92-590D-4AC2-8480-0B834FE18CDE}" destId="{5B1DAD7C-FFD7-4B2F-B254-FE749D3C1AB7}" srcOrd="10" destOrd="0" presId="urn:microsoft.com/office/officeart/2018/2/layout/IconVerticalSolidList"/>
    <dgm:cxn modelId="{B5696464-6AC7-4E61-8325-CBDF2CF75A6A}" type="presParOf" srcId="{5B1DAD7C-FFD7-4B2F-B254-FE749D3C1AB7}" destId="{A57D5FAA-8968-4C98-9356-64827EC86F40}" srcOrd="0" destOrd="0" presId="urn:microsoft.com/office/officeart/2018/2/layout/IconVerticalSolidList"/>
    <dgm:cxn modelId="{B740B5ED-3D77-4CAE-B95D-92CE38F2C2DD}" type="presParOf" srcId="{5B1DAD7C-FFD7-4B2F-B254-FE749D3C1AB7}" destId="{9FED6DB0-F2C9-4552-A7CF-7C944E4362F5}" srcOrd="1" destOrd="0" presId="urn:microsoft.com/office/officeart/2018/2/layout/IconVerticalSolidList"/>
    <dgm:cxn modelId="{B535E2DF-DF19-406B-ABE2-523602EFBD20}" type="presParOf" srcId="{5B1DAD7C-FFD7-4B2F-B254-FE749D3C1AB7}" destId="{CEDA43FB-900E-4829-8CFE-80B79A5FA37D}" srcOrd="2" destOrd="0" presId="urn:microsoft.com/office/officeart/2018/2/layout/IconVerticalSolidList"/>
    <dgm:cxn modelId="{2F921DFC-3371-42B0-9106-E90B868D76EF}" type="presParOf" srcId="{5B1DAD7C-FFD7-4B2F-B254-FE749D3C1AB7}" destId="{26B98C19-D1CF-4BFB-95BE-05BB4B9A017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27744C2-5F75-4887-806C-F46E1E9B9B51}" type="doc">
      <dgm:prSet loTypeId="urn:microsoft.com/office/officeart/2016/7/layout/RepeatingBendingProcessNew" loCatId="process" qsTypeId="urn:microsoft.com/office/officeart/2005/8/quickstyle/simple2" qsCatId="simple" csTypeId="urn:microsoft.com/office/officeart/2005/8/colors/accent3_2" csCatId="accent3"/>
      <dgm:spPr/>
      <dgm:t>
        <a:bodyPr/>
        <a:lstStyle/>
        <a:p>
          <a:endParaRPr lang="en-US"/>
        </a:p>
      </dgm:t>
    </dgm:pt>
    <dgm:pt modelId="{B350E55E-CBA0-4CA9-BE82-3E98A9995F35}">
      <dgm:prSet/>
      <dgm:spPr/>
      <dgm:t>
        <a:bodyPr/>
        <a:lstStyle/>
        <a:p>
          <a:r>
            <a:rPr lang="es-MX"/>
            <a:t>El Modelo Grow esta estructurado en cinco diferentes fases secuenciales las cuales deben de llevarse apropiadamente para lograr los resultados esperados.</a:t>
          </a:r>
          <a:endParaRPr lang="en-US"/>
        </a:p>
      </dgm:t>
    </dgm:pt>
    <dgm:pt modelId="{CEF3D31F-B514-4DB1-BAD8-A2FB3CA743D7}" type="parTrans" cxnId="{A547FD9C-254C-44EB-82D5-3D17BCB85C6C}">
      <dgm:prSet/>
      <dgm:spPr/>
      <dgm:t>
        <a:bodyPr/>
        <a:lstStyle/>
        <a:p>
          <a:endParaRPr lang="en-US"/>
        </a:p>
      </dgm:t>
    </dgm:pt>
    <dgm:pt modelId="{7DA199C4-D317-4040-BA85-DE05AAE66CAC}" type="sibTrans" cxnId="{A547FD9C-254C-44EB-82D5-3D17BCB85C6C}">
      <dgm:prSet/>
      <dgm:spPr/>
      <dgm:t>
        <a:bodyPr/>
        <a:lstStyle/>
        <a:p>
          <a:endParaRPr lang="en-US"/>
        </a:p>
      </dgm:t>
    </dgm:pt>
    <dgm:pt modelId="{A1BDEB64-F08F-4699-958B-1420DBB1DFB6}">
      <dgm:prSet/>
      <dgm:spPr/>
      <dgm:t>
        <a:bodyPr/>
        <a:lstStyle/>
        <a:p>
          <a:r>
            <a:rPr lang="es-MX" i="1"/>
            <a:t>Las cinco fases del Modelo Grow en que se divide son:</a:t>
          </a:r>
          <a:endParaRPr lang="en-US"/>
        </a:p>
      </dgm:t>
    </dgm:pt>
    <dgm:pt modelId="{D6F4AA63-B3FF-4075-B332-F7928DA1BD7D}" type="parTrans" cxnId="{FEC04750-85B4-4DDE-ABE6-80550BC653F6}">
      <dgm:prSet/>
      <dgm:spPr/>
      <dgm:t>
        <a:bodyPr/>
        <a:lstStyle/>
        <a:p>
          <a:endParaRPr lang="en-US"/>
        </a:p>
      </dgm:t>
    </dgm:pt>
    <dgm:pt modelId="{A3D7E721-0AAE-4188-A335-9464B2078D10}" type="sibTrans" cxnId="{FEC04750-85B4-4DDE-ABE6-80550BC653F6}">
      <dgm:prSet/>
      <dgm:spPr/>
      <dgm:t>
        <a:bodyPr/>
        <a:lstStyle/>
        <a:p>
          <a:endParaRPr lang="en-US"/>
        </a:p>
      </dgm:t>
    </dgm:pt>
    <dgm:pt modelId="{0ED493B4-BABC-417B-8F8E-6B38C1C59C19}">
      <dgm:prSet/>
      <dgm:spPr/>
      <dgm:t>
        <a:bodyPr/>
        <a:lstStyle/>
        <a:p>
          <a:r>
            <a:rPr lang="es-MX" i="1"/>
            <a:t>M: Metas (Se identifica una meta)</a:t>
          </a:r>
          <a:endParaRPr lang="en-US"/>
        </a:p>
      </dgm:t>
    </dgm:pt>
    <dgm:pt modelId="{CAF914CD-129F-46D8-8ECA-C7E850DB9273}" type="parTrans" cxnId="{EC5ACE0D-A5CE-428A-B26F-6634985D9850}">
      <dgm:prSet/>
      <dgm:spPr/>
      <dgm:t>
        <a:bodyPr/>
        <a:lstStyle/>
        <a:p>
          <a:endParaRPr lang="en-US"/>
        </a:p>
      </dgm:t>
    </dgm:pt>
    <dgm:pt modelId="{08327BD4-BFBD-4AE5-AADD-F00D0683015A}" type="sibTrans" cxnId="{EC5ACE0D-A5CE-428A-B26F-6634985D9850}">
      <dgm:prSet/>
      <dgm:spPr/>
      <dgm:t>
        <a:bodyPr/>
        <a:lstStyle/>
        <a:p>
          <a:endParaRPr lang="en-US"/>
        </a:p>
      </dgm:t>
    </dgm:pt>
    <dgm:pt modelId="{7E273558-A0AA-4E1C-A113-3FE37AD92075}">
      <dgm:prSet/>
      <dgm:spPr/>
      <dgm:t>
        <a:bodyPr/>
        <a:lstStyle/>
        <a:p>
          <a:r>
            <a:rPr lang="es-MX" i="1"/>
            <a:t>O: Objetivos (determinamos objetivos asociados a esa meta)  </a:t>
          </a:r>
          <a:endParaRPr lang="en-US"/>
        </a:p>
      </dgm:t>
    </dgm:pt>
    <dgm:pt modelId="{5DC94B1A-8019-4682-96C4-15CFDBFCDEEB}" type="parTrans" cxnId="{80C89404-62F5-43D9-BC46-B83ED4B46AAA}">
      <dgm:prSet/>
      <dgm:spPr/>
      <dgm:t>
        <a:bodyPr/>
        <a:lstStyle/>
        <a:p>
          <a:endParaRPr lang="en-US"/>
        </a:p>
      </dgm:t>
    </dgm:pt>
    <dgm:pt modelId="{57F5E529-2516-4F3F-A167-59548E9CD992}" type="sibTrans" cxnId="{80C89404-62F5-43D9-BC46-B83ED4B46AAA}">
      <dgm:prSet/>
      <dgm:spPr/>
      <dgm:t>
        <a:bodyPr/>
        <a:lstStyle/>
        <a:p>
          <a:endParaRPr lang="en-US"/>
        </a:p>
      </dgm:t>
    </dgm:pt>
    <dgm:pt modelId="{31DE28D0-E0A5-49E2-AA78-6CD24EC4436F}">
      <dgm:prSet/>
      <dgm:spPr/>
      <dgm:t>
        <a:bodyPr/>
        <a:lstStyle/>
        <a:p>
          <a:r>
            <a:rPr lang="es-MX" i="1"/>
            <a:t>R: Realidad (analizamos la realidad)</a:t>
          </a:r>
          <a:endParaRPr lang="en-US"/>
        </a:p>
      </dgm:t>
    </dgm:pt>
    <dgm:pt modelId="{FAA83DFD-81FD-4903-AB58-677A204FE44D}" type="parTrans" cxnId="{98184D9F-2A60-4EC6-82FB-92075F76D1EF}">
      <dgm:prSet/>
      <dgm:spPr/>
      <dgm:t>
        <a:bodyPr/>
        <a:lstStyle/>
        <a:p>
          <a:endParaRPr lang="en-US"/>
        </a:p>
      </dgm:t>
    </dgm:pt>
    <dgm:pt modelId="{E3622177-D2DE-4DB4-B20B-8B2EF7347831}" type="sibTrans" cxnId="{98184D9F-2A60-4EC6-82FB-92075F76D1EF}">
      <dgm:prSet/>
      <dgm:spPr/>
      <dgm:t>
        <a:bodyPr/>
        <a:lstStyle/>
        <a:p>
          <a:endParaRPr lang="en-US"/>
        </a:p>
      </dgm:t>
    </dgm:pt>
    <dgm:pt modelId="{3A15848C-09C0-4402-9D04-B1F343FC9A8F}">
      <dgm:prSet/>
      <dgm:spPr/>
      <dgm:t>
        <a:bodyPr/>
        <a:lstStyle/>
        <a:p>
          <a:r>
            <a:rPr lang="es-MX" i="1"/>
            <a:t>O: Opciones (buscamos opciones)</a:t>
          </a:r>
          <a:endParaRPr lang="en-US"/>
        </a:p>
      </dgm:t>
    </dgm:pt>
    <dgm:pt modelId="{0029192D-72F9-4E6F-B5BF-416C5F0F55BF}" type="parTrans" cxnId="{37E2C3F9-FB5F-4983-9E45-AC96FBC127E2}">
      <dgm:prSet/>
      <dgm:spPr/>
      <dgm:t>
        <a:bodyPr/>
        <a:lstStyle/>
        <a:p>
          <a:endParaRPr lang="en-US"/>
        </a:p>
      </dgm:t>
    </dgm:pt>
    <dgm:pt modelId="{FAF6DC10-6286-494C-9D60-3A5A3AEDB3C6}" type="sibTrans" cxnId="{37E2C3F9-FB5F-4983-9E45-AC96FBC127E2}">
      <dgm:prSet/>
      <dgm:spPr/>
      <dgm:t>
        <a:bodyPr/>
        <a:lstStyle/>
        <a:p>
          <a:endParaRPr lang="en-US"/>
        </a:p>
      </dgm:t>
    </dgm:pt>
    <dgm:pt modelId="{86DDD045-D217-41A7-9760-83EBD7EC2620}">
      <dgm:prSet/>
      <dgm:spPr/>
      <dgm:t>
        <a:bodyPr/>
        <a:lstStyle/>
        <a:p>
          <a:r>
            <a:rPr lang="es-MX" i="1"/>
            <a:t>C: Cierre (cerramos y preparamos el plan de acción)</a:t>
          </a:r>
          <a:endParaRPr lang="en-US"/>
        </a:p>
      </dgm:t>
    </dgm:pt>
    <dgm:pt modelId="{0643CFE3-7476-43B6-B750-2F544EA6B1CA}" type="parTrans" cxnId="{DF73F0CC-F0D7-4D6C-AF3A-A2418631A365}">
      <dgm:prSet/>
      <dgm:spPr/>
      <dgm:t>
        <a:bodyPr/>
        <a:lstStyle/>
        <a:p>
          <a:endParaRPr lang="en-US"/>
        </a:p>
      </dgm:t>
    </dgm:pt>
    <dgm:pt modelId="{16E9695C-A8BC-48F9-B899-096C97ABBF13}" type="sibTrans" cxnId="{DF73F0CC-F0D7-4D6C-AF3A-A2418631A365}">
      <dgm:prSet/>
      <dgm:spPr/>
      <dgm:t>
        <a:bodyPr/>
        <a:lstStyle/>
        <a:p>
          <a:endParaRPr lang="en-US"/>
        </a:p>
      </dgm:t>
    </dgm:pt>
    <dgm:pt modelId="{8DE95C3D-0811-40D2-9C94-24715C4AE549}" type="pres">
      <dgm:prSet presAssocID="{B27744C2-5F75-4887-806C-F46E1E9B9B51}" presName="Name0" presStyleCnt="0">
        <dgm:presLayoutVars>
          <dgm:dir/>
          <dgm:resizeHandles val="exact"/>
        </dgm:presLayoutVars>
      </dgm:prSet>
      <dgm:spPr/>
    </dgm:pt>
    <dgm:pt modelId="{CFA016A0-49CC-4162-B0EF-E98D1E02F73B}" type="pres">
      <dgm:prSet presAssocID="{B350E55E-CBA0-4CA9-BE82-3E98A9995F35}" presName="node" presStyleLbl="node1" presStyleIdx="0" presStyleCnt="7">
        <dgm:presLayoutVars>
          <dgm:bulletEnabled val="1"/>
        </dgm:presLayoutVars>
      </dgm:prSet>
      <dgm:spPr/>
    </dgm:pt>
    <dgm:pt modelId="{DE204B79-40F2-498F-929F-4C76FBFCCABE}" type="pres">
      <dgm:prSet presAssocID="{7DA199C4-D317-4040-BA85-DE05AAE66CAC}" presName="sibTrans" presStyleLbl="sibTrans1D1" presStyleIdx="0" presStyleCnt="6"/>
      <dgm:spPr/>
    </dgm:pt>
    <dgm:pt modelId="{A0F28D57-24DC-4357-8AA9-E0BDF06DA9B8}" type="pres">
      <dgm:prSet presAssocID="{7DA199C4-D317-4040-BA85-DE05AAE66CAC}" presName="connectorText" presStyleLbl="sibTrans1D1" presStyleIdx="0" presStyleCnt="6"/>
      <dgm:spPr/>
    </dgm:pt>
    <dgm:pt modelId="{E2BC1C9C-E5EF-4F88-B450-7CCE39897D53}" type="pres">
      <dgm:prSet presAssocID="{A1BDEB64-F08F-4699-958B-1420DBB1DFB6}" presName="node" presStyleLbl="node1" presStyleIdx="1" presStyleCnt="7">
        <dgm:presLayoutVars>
          <dgm:bulletEnabled val="1"/>
        </dgm:presLayoutVars>
      </dgm:prSet>
      <dgm:spPr/>
    </dgm:pt>
    <dgm:pt modelId="{7D30DB91-D715-4963-88A1-22F1ACF1BF40}" type="pres">
      <dgm:prSet presAssocID="{A3D7E721-0AAE-4188-A335-9464B2078D10}" presName="sibTrans" presStyleLbl="sibTrans1D1" presStyleIdx="1" presStyleCnt="6"/>
      <dgm:spPr/>
    </dgm:pt>
    <dgm:pt modelId="{E11987D4-4FFD-4CE5-9F74-8878F63B37A9}" type="pres">
      <dgm:prSet presAssocID="{A3D7E721-0AAE-4188-A335-9464B2078D10}" presName="connectorText" presStyleLbl="sibTrans1D1" presStyleIdx="1" presStyleCnt="6"/>
      <dgm:spPr/>
    </dgm:pt>
    <dgm:pt modelId="{27FF5D1A-006A-4823-859E-0658944A6257}" type="pres">
      <dgm:prSet presAssocID="{0ED493B4-BABC-417B-8F8E-6B38C1C59C19}" presName="node" presStyleLbl="node1" presStyleIdx="2" presStyleCnt="7">
        <dgm:presLayoutVars>
          <dgm:bulletEnabled val="1"/>
        </dgm:presLayoutVars>
      </dgm:prSet>
      <dgm:spPr/>
    </dgm:pt>
    <dgm:pt modelId="{10C780C3-1C88-403B-B596-8B49FEE1EFB7}" type="pres">
      <dgm:prSet presAssocID="{08327BD4-BFBD-4AE5-AADD-F00D0683015A}" presName="sibTrans" presStyleLbl="sibTrans1D1" presStyleIdx="2" presStyleCnt="6"/>
      <dgm:spPr/>
    </dgm:pt>
    <dgm:pt modelId="{45134B9C-8BE5-4C6F-9D1B-2F15482D3BC5}" type="pres">
      <dgm:prSet presAssocID="{08327BD4-BFBD-4AE5-AADD-F00D0683015A}" presName="connectorText" presStyleLbl="sibTrans1D1" presStyleIdx="2" presStyleCnt="6"/>
      <dgm:spPr/>
    </dgm:pt>
    <dgm:pt modelId="{DB4AE631-0FA2-4244-8F15-6CB3015CA274}" type="pres">
      <dgm:prSet presAssocID="{7E273558-A0AA-4E1C-A113-3FE37AD92075}" presName="node" presStyleLbl="node1" presStyleIdx="3" presStyleCnt="7">
        <dgm:presLayoutVars>
          <dgm:bulletEnabled val="1"/>
        </dgm:presLayoutVars>
      </dgm:prSet>
      <dgm:spPr/>
    </dgm:pt>
    <dgm:pt modelId="{30336516-E521-4F76-B39E-0E3929732DF5}" type="pres">
      <dgm:prSet presAssocID="{57F5E529-2516-4F3F-A167-59548E9CD992}" presName="sibTrans" presStyleLbl="sibTrans1D1" presStyleIdx="3" presStyleCnt="6"/>
      <dgm:spPr/>
    </dgm:pt>
    <dgm:pt modelId="{C8342F03-7537-412C-9563-D1758D53DCAD}" type="pres">
      <dgm:prSet presAssocID="{57F5E529-2516-4F3F-A167-59548E9CD992}" presName="connectorText" presStyleLbl="sibTrans1D1" presStyleIdx="3" presStyleCnt="6"/>
      <dgm:spPr/>
    </dgm:pt>
    <dgm:pt modelId="{826DC48D-5545-4EEC-A386-FC03EB5B44A7}" type="pres">
      <dgm:prSet presAssocID="{31DE28D0-E0A5-49E2-AA78-6CD24EC4436F}" presName="node" presStyleLbl="node1" presStyleIdx="4" presStyleCnt="7">
        <dgm:presLayoutVars>
          <dgm:bulletEnabled val="1"/>
        </dgm:presLayoutVars>
      </dgm:prSet>
      <dgm:spPr/>
    </dgm:pt>
    <dgm:pt modelId="{A714DCE1-04E4-4D5A-9C6F-9DD4E8583498}" type="pres">
      <dgm:prSet presAssocID="{E3622177-D2DE-4DB4-B20B-8B2EF7347831}" presName="sibTrans" presStyleLbl="sibTrans1D1" presStyleIdx="4" presStyleCnt="6"/>
      <dgm:spPr/>
    </dgm:pt>
    <dgm:pt modelId="{6EDE1071-5331-4528-950A-ECF66912E2F8}" type="pres">
      <dgm:prSet presAssocID="{E3622177-D2DE-4DB4-B20B-8B2EF7347831}" presName="connectorText" presStyleLbl="sibTrans1D1" presStyleIdx="4" presStyleCnt="6"/>
      <dgm:spPr/>
    </dgm:pt>
    <dgm:pt modelId="{DBF343CB-E30A-4633-B1A2-AFBBFF50385E}" type="pres">
      <dgm:prSet presAssocID="{3A15848C-09C0-4402-9D04-B1F343FC9A8F}" presName="node" presStyleLbl="node1" presStyleIdx="5" presStyleCnt="7">
        <dgm:presLayoutVars>
          <dgm:bulletEnabled val="1"/>
        </dgm:presLayoutVars>
      </dgm:prSet>
      <dgm:spPr/>
    </dgm:pt>
    <dgm:pt modelId="{C6458B35-7C63-4D79-9E50-6A7F9B725BB0}" type="pres">
      <dgm:prSet presAssocID="{FAF6DC10-6286-494C-9D60-3A5A3AEDB3C6}" presName="sibTrans" presStyleLbl="sibTrans1D1" presStyleIdx="5" presStyleCnt="6"/>
      <dgm:spPr/>
    </dgm:pt>
    <dgm:pt modelId="{F44B74EE-AA13-4E11-865C-A77C13E90A2C}" type="pres">
      <dgm:prSet presAssocID="{FAF6DC10-6286-494C-9D60-3A5A3AEDB3C6}" presName="connectorText" presStyleLbl="sibTrans1D1" presStyleIdx="5" presStyleCnt="6"/>
      <dgm:spPr/>
    </dgm:pt>
    <dgm:pt modelId="{5F99844B-BCA5-476C-920A-C4D55A7F5893}" type="pres">
      <dgm:prSet presAssocID="{86DDD045-D217-41A7-9760-83EBD7EC2620}" presName="node" presStyleLbl="node1" presStyleIdx="6" presStyleCnt="7">
        <dgm:presLayoutVars>
          <dgm:bulletEnabled val="1"/>
        </dgm:presLayoutVars>
      </dgm:prSet>
      <dgm:spPr/>
    </dgm:pt>
  </dgm:ptLst>
  <dgm:cxnLst>
    <dgm:cxn modelId="{80C89404-62F5-43D9-BC46-B83ED4B46AAA}" srcId="{B27744C2-5F75-4887-806C-F46E1E9B9B51}" destId="{7E273558-A0AA-4E1C-A113-3FE37AD92075}" srcOrd="3" destOrd="0" parTransId="{5DC94B1A-8019-4682-96C4-15CFDBFCDEEB}" sibTransId="{57F5E529-2516-4F3F-A167-59548E9CD992}"/>
    <dgm:cxn modelId="{EC5ACE0D-A5CE-428A-B26F-6634985D9850}" srcId="{B27744C2-5F75-4887-806C-F46E1E9B9B51}" destId="{0ED493B4-BABC-417B-8F8E-6B38C1C59C19}" srcOrd="2" destOrd="0" parTransId="{CAF914CD-129F-46D8-8ECA-C7E850DB9273}" sibTransId="{08327BD4-BFBD-4AE5-AADD-F00D0683015A}"/>
    <dgm:cxn modelId="{AEF02231-E5C6-47BF-B2AC-F2BEE651671D}" type="presOf" srcId="{A3D7E721-0AAE-4188-A335-9464B2078D10}" destId="{7D30DB91-D715-4963-88A1-22F1ACF1BF40}" srcOrd="0" destOrd="0" presId="urn:microsoft.com/office/officeart/2016/7/layout/RepeatingBendingProcessNew"/>
    <dgm:cxn modelId="{44AD3934-ECB6-46EE-8DBF-189EBCC3B460}" type="presOf" srcId="{E3622177-D2DE-4DB4-B20B-8B2EF7347831}" destId="{6EDE1071-5331-4528-950A-ECF66912E2F8}" srcOrd="1" destOrd="0" presId="urn:microsoft.com/office/officeart/2016/7/layout/RepeatingBendingProcessNew"/>
    <dgm:cxn modelId="{6AE6203E-778C-43DC-B3DF-AF43E3351916}" type="presOf" srcId="{7DA199C4-D317-4040-BA85-DE05AAE66CAC}" destId="{DE204B79-40F2-498F-929F-4C76FBFCCABE}" srcOrd="0" destOrd="0" presId="urn:microsoft.com/office/officeart/2016/7/layout/RepeatingBendingProcessNew"/>
    <dgm:cxn modelId="{BFBF8B61-8600-472F-B1F7-BCDC8DACFB5B}" type="presOf" srcId="{57F5E529-2516-4F3F-A167-59548E9CD992}" destId="{C8342F03-7537-412C-9563-D1758D53DCAD}" srcOrd="1" destOrd="0" presId="urn:microsoft.com/office/officeart/2016/7/layout/RepeatingBendingProcessNew"/>
    <dgm:cxn modelId="{227E8C41-9A35-4333-9715-CB3E9E8AA92D}" type="presOf" srcId="{08327BD4-BFBD-4AE5-AADD-F00D0683015A}" destId="{45134B9C-8BE5-4C6F-9D1B-2F15482D3BC5}" srcOrd="1" destOrd="0" presId="urn:microsoft.com/office/officeart/2016/7/layout/RepeatingBendingProcessNew"/>
    <dgm:cxn modelId="{469F6F63-F524-4815-A839-EC990ACB5727}" type="presOf" srcId="{FAF6DC10-6286-494C-9D60-3A5A3AEDB3C6}" destId="{C6458B35-7C63-4D79-9E50-6A7F9B725BB0}" srcOrd="0" destOrd="0" presId="urn:microsoft.com/office/officeart/2016/7/layout/RepeatingBendingProcessNew"/>
    <dgm:cxn modelId="{57345F45-8199-48E8-A929-47552E34F062}" type="presOf" srcId="{31DE28D0-E0A5-49E2-AA78-6CD24EC4436F}" destId="{826DC48D-5545-4EEC-A386-FC03EB5B44A7}" srcOrd="0" destOrd="0" presId="urn:microsoft.com/office/officeart/2016/7/layout/RepeatingBendingProcessNew"/>
    <dgm:cxn modelId="{FEC04750-85B4-4DDE-ABE6-80550BC653F6}" srcId="{B27744C2-5F75-4887-806C-F46E1E9B9B51}" destId="{A1BDEB64-F08F-4699-958B-1420DBB1DFB6}" srcOrd="1" destOrd="0" parTransId="{D6F4AA63-B3FF-4075-B332-F7928DA1BD7D}" sibTransId="{A3D7E721-0AAE-4188-A335-9464B2078D10}"/>
    <dgm:cxn modelId="{A8277674-8888-4B3F-9D8A-825F99AD2C3D}" type="presOf" srcId="{A3D7E721-0AAE-4188-A335-9464B2078D10}" destId="{E11987D4-4FFD-4CE5-9F74-8878F63B37A9}" srcOrd="1" destOrd="0" presId="urn:microsoft.com/office/officeart/2016/7/layout/RepeatingBendingProcessNew"/>
    <dgm:cxn modelId="{E05F0758-D65C-42FF-80B9-4555FCA84437}" type="presOf" srcId="{B350E55E-CBA0-4CA9-BE82-3E98A9995F35}" destId="{CFA016A0-49CC-4162-B0EF-E98D1E02F73B}" srcOrd="0" destOrd="0" presId="urn:microsoft.com/office/officeart/2016/7/layout/RepeatingBendingProcessNew"/>
    <dgm:cxn modelId="{11AE537D-6D31-4768-9E41-EB2B2E0A6F8E}" type="presOf" srcId="{A1BDEB64-F08F-4699-958B-1420DBB1DFB6}" destId="{E2BC1C9C-E5EF-4F88-B450-7CCE39897D53}" srcOrd="0" destOrd="0" presId="urn:microsoft.com/office/officeart/2016/7/layout/RepeatingBendingProcessNew"/>
    <dgm:cxn modelId="{A547FD9C-254C-44EB-82D5-3D17BCB85C6C}" srcId="{B27744C2-5F75-4887-806C-F46E1E9B9B51}" destId="{B350E55E-CBA0-4CA9-BE82-3E98A9995F35}" srcOrd="0" destOrd="0" parTransId="{CEF3D31F-B514-4DB1-BAD8-A2FB3CA743D7}" sibTransId="{7DA199C4-D317-4040-BA85-DE05AAE66CAC}"/>
    <dgm:cxn modelId="{98184D9F-2A60-4EC6-82FB-92075F76D1EF}" srcId="{B27744C2-5F75-4887-806C-F46E1E9B9B51}" destId="{31DE28D0-E0A5-49E2-AA78-6CD24EC4436F}" srcOrd="4" destOrd="0" parTransId="{FAA83DFD-81FD-4903-AB58-677A204FE44D}" sibTransId="{E3622177-D2DE-4DB4-B20B-8B2EF7347831}"/>
    <dgm:cxn modelId="{1976C5AB-F50D-4952-82E0-16738D3A7774}" type="presOf" srcId="{B27744C2-5F75-4887-806C-F46E1E9B9B51}" destId="{8DE95C3D-0811-40D2-9C94-24715C4AE549}" srcOrd="0" destOrd="0" presId="urn:microsoft.com/office/officeart/2016/7/layout/RepeatingBendingProcessNew"/>
    <dgm:cxn modelId="{9734DBB0-FCAB-4207-BC7D-7B927D84AE44}" type="presOf" srcId="{86DDD045-D217-41A7-9760-83EBD7EC2620}" destId="{5F99844B-BCA5-476C-920A-C4D55A7F5893}" srcOrd="0" destOrd="0" presId="urn:microsoft.com/office/officeart/2016/7/layout/RepeatingBendingProcessNew"/>
    <dgm:cxn modelId="{0EE1A9B8-40D6-4711-B523-A45FCC0A862D}" type="presOf" srcId="{57F5E529-2516-4F3F-A167-59548E9CD992}" destId="{30336516-E521-4F76-B39E-0E3929732DF5}" srcOrd="0" destOrd="0" presId="urn:microsoft.com/office/officeart/2016/7/layout/RepeatingBendingProcessNew"/>
    <dgm:cxn modelId="{0C1206BB-D9A2-4775-AF8A-6A7A2E1BEC3E}" type="presOf" srcId="{0ED493B4-BABC-417B-8F8E-6B38C1C59C19}" destId="{27FF5D1A-006A-4823-859E-0658944A6257}" srcOrd="0" destOrd="0" presId="urn:microsoft.com/office/officeart/2016/7/layout/RepeatingBendingProcessNew"/>
    <dgm:cxn modelId="{709FB0BF-F7BF-42E2-AA0E-3E33229AA728}" type="presOf" srcId="{7E273558-A0AA-4E1C-A113-3FE37AD92075}" destId="{DB4AE631-0FA2-4244-8F15-6CB3015CA274}" srcOrd="0" destOrd="0" presId="urn:microsoft.com/office/officeart/2016/7/layout/RepeatingBendingProcessNew"/>
    <dgm:cxn modelId="{1D9A70C5-2232-4EB2-B38D-1F3B623B7CEF}" type="presOf" srcId="{7DA199C4-D317-4040-BA85-DE05AAE66CAC}" destId="{A0F28D57-24DC-4357-8AA9-E0BDF06DA9B8}" srcOrd="1" destOrd="0" presId="urn:microsoft.com/office/officeart/2016/7/layout/RepeatingBendingProcessNew"/>
    <dgm:cxn modelId="{DF73F0CC-F0D7-4D6C-AF3A-A2418631A365}" srcId="{B27744C2-5F75-4887-806C-F46E1E9B9B51}" destId="{86DDD045-D217-41A7-9760-83EBD7EC2620}" srcOrd="6" destOrd="0" parTransId="{0643CFE3-7476-43B6-B750-2F544EA6B1CA}" sibTransId="{16E9695C-A8BC-48F9-B899-096C97ABBF13}"/>
    <dgm:cxn modelId="{CA478BCF-D1D8-49C8-88A1-D9105B0537B6}" type="presOf" srcId="{08327BD4-BFBD-4AE5-AADD-F00D0683015A}" destId="{10C780C3-1C88-403B-B596-8B49FEE1EFB7}" srcOrd="0" destOrd="0" presId="urn:microsoft.com/office/officeart/2016/7/layout/RepeatingBendingProcessNew"/>
    <dgm:cxn modelId="{BC5F56E4-20F1-49E8-83E1-3DE327F04039}" type="presOf" srcId="{E3622177-D2DE-4DB4-B20B-8B2EF7347831}" destId="{A714DCE1-04E4-4D5A-9C6F-9DD4E8583498}" srcOrd="0" destOrd="0" presId="urn:microsoft.com/office/officeart/2016/7/layout/RepeatingBendingProcessNew"/>
    <dgm:cxn modelId="{9016DDED-B79C-4CA3-B14E-6D34E607F566}" type="presOf" srcId="{FAF6DC10-6286-494C-9D60-3A5A3AEDB3C6}" destId="{F44B74EE-AA13-4E11-865C-A77C13E90A2C}" srcOrd="1" destOrd="0" presId="urn:microsoft.com/office/officeart/2016/7/layout/RepeatingBendingProcessNew"/>
    <dgm:cxn modelId="{CDB00CF2-5CCE-40A3-8932-10D9450B9372}" type="presOf" srcId="{3A15848C-09C0-4402-9D04-B1F343FC9A8F}" destId="{DBF343CB-E30A-4633-B1A2-AFBBFF50385E}" srcOrd="0" destOrd="0" presId="urn:microsoft.com/office/officeart/2016/7/layout/RepeatingBendingProcessNew"/>
    <dgm:cxn modelId="{37E2C3F9-FB5F-4983-9E45-AC96FBC127E2}" srcId="{B27744C2-5F75-4887-806C-F46E1E9B9B51}" destId="{3A15848C-09C0-4402-9D04-B1F343FC9A8F}" srcOrd="5" destOrd="0" parTransId="{0029192D-72F9-4E6F-B5BF-416C5F0F55BF}" sibTransId="{FAF6DC10-6286-494C-9D60-3A5A3AEDB3C6}"/>
    <dgm:cxn modelId="{01F6AD6E-4982-4D60-A516-7A1913F7C8AD}" type="presParOf" srcId="{8DE95C3D-0811-40D2-9C94-24715C4AE549}" destId="{CFA016A0-49CC-4162-B0EF-E98D1E02F73B}" srcOrd="0" destOrd="0" presId="urn:microsoft.com/office/officeart/2016/7/layout/RepeatingBendingProcessNew"/>
    <dgm:cxn modelId="{07AB87AC-9E7B-4DF5-AE83-BAB5649BD1E1}" type="presParOf" srcId="{8DE95C3D-0811-40D2-9C94-24715C4AE549}" destId="{DE204B79-40F2-498F-929F-4C76FBFCCABE}" srcOrd="1" destOrd="0" presId="urn:microsoft.com/office/officeart/2016/7/layout/RepeatingBendingProcessNew"/>
    <dgm:cxn modelId="{BE126D52-BCE0-4795-B977-F2E9B79A2C19}" type="presParOf" srcId="{DE204B79-40F2-498F-929F-4C76FBFCCABE}" destId="{A0F28D57-24DC-4357-8AA9-E0BDF06DA9B8}" srcOrd="0" destOrd="0" presId="urn:microsoft.com/office/officeart/2016/7/layout/RepeatingBendingProcessNew"/>
    <dgm:cxn modelId="{23A0D6DB-F642-4B99-BEF0-717B8CADE482}" type="presParOf" srcId="{8DE95C3D-0811-40D2-9C94-24715C4AE549}" destId="{E2BC1C9C-E5EF-4F88-B450-7CCE39897D53}" srcOrd="2" destOrd="0" presId="urn:microsoft.com/office/officeart/2016/7/layout/RepeatingBendingProcessNew"/>
    <dgm:cxn modelId="{3B70C9FB-4369-4065-807A-94252D55AA83}" type="presParOf" srcId="{8DE95C3D-0811-40D2-9C94-24715C4AE549}" destId="{7D30DB91-D715-4963-88A1-22F1ACF1BF40}" srcOrd="3" destOrd="0" presId="urn:microsoft.com/office/officeart/2016/7/layout/RepeatingBendingProcessNew"/>
    <dgm:cxn modelId="{8627A31A-CC73-4B1B-AF71-A3E9A878E25D}" type="presParOf" srcId="{7D30DB91-D715-4963-88A1-22F1ACF1BF40}" destId="{E11987D4-4FFD-4CE5-9F74-8878F63B37A9}" srcOrd="0" destOrd="0" presId="urn:microsoft.com/office/officeart/2016/7/layout/RepeatingBendingProcessNew"/>
    <dgm:cxn modelId="{9C8B5A81-BFD9-4D51-AF21-0C6E530ABD1A}" type="presParOf" srcId="{8DE95C3D-0811-40D2-9C94-24715C4AE549}" destId="{27FF5D1A-006A-4823-859E-0658944A6257}" srcOrd="4" destOrd="0" presId="urn:microsoft.com/office/officeart/2016/7/layout/RepeatingBendingProcessNew"/>
    <dgm:cxn modelId="{B5CA2864-5A57-4BC6-A8CD-934B7E0E1D29}" type="presParOf" srcId="{8DE95C3D-0811-40D2-9C94-24715C4AE549}" destId="{10C780C3-1C88-403B-B596-8B49FEE1EFB7}" srcOrd="5" destOrd="0" presId="urn:microsoft.com/office/officeart/2016/7/layout/RepeatingBendingProcessNew"/>
    <dgm:cxn modelId="{036D1A14-A8C6-4941-B06F-8AF6CF141360}" type="presParOf" srcId="{10C780C3-1C88-403B-B596-8B49FEE1EFB7}" destId="{45134B9C-8BE5-4C6F-9D1B-2F15482D3BC5}" srcOrd="0" destOrd="0" presId="urn:microsoft.com/office/officeart/2016/7/layout/RepeatingBendingProcessNew"/>
    <dgm:cxn modelId="{38006B14-4103-4D51-B19D-3B4F89FB5FEF}" type="presParOf" srcId="{8DE95C3D-0811-40D2-9C94-24715C4AE549}" destId="{DB4AE631-0FA2-4244-8F15-6CB3015CA274}" srcOrd="6" destOrd="0" presId="urn:microsoft.com/office/officeart/2016/7/layout/RepeatingBendingProcessNew"/>
    <dgm:cxn modelId="{03B0E4F9-9F68-4372-81D1-566FB7319DBD}" type="presParOf" srcId="{8DE95C3D-0811-40D2-9C94-24715C4AE549}" destId="{30336516-E521-4F76-B39E-0E3929732DF5}" srcOrd="7" destOrd="0" presId="urn:microsoft.com/office/officeart/2016/7/layout/RepeatingBendingProcessNew"/>
    <dgm:cxn modelId="{DFD5C18F-133B-4770-9551-C6BB669957BD}" type="presParOf" srcId="{30336516-E521-4F76-B39E-0E3929732DF5}" destId="{C8342F03-7537-412C-9563-D1758D53DCAD}" srcOrd="0" destOrd="0" presId="urn:microsoft.com/office/officeart/2016/7/layout/RepeatingBendingProcessNew"/>
    <dgm:cxn modelId="{9EBF8291-0132-418D-96F0-59E394C17587}" type="presParOf" srcId="{8DE95C3D-0811-40D2-9C94-24715C4AE549}" destId="{826DC48D-5545-4EEC-A386-FC03EB5B44A7}" srcOrd="8" destOrd="0" presId="urn:microsoft.com/office/officeart/2016/7/layout/RepeatingBendingProcessNew"/>
    <dgm:cxn modelId="{320F3346-F01B-4352-8926-468F27FEA429}" type="presParOf" srcId="{8DE95C3D-0811-40D2-9C94-24715C4AE549}" destId="{A714DCE1-04E4-4D5A-9C6F-9DD4E8583498}" srcOrd="9" destOrd="0" presId="urn:microsoft.com/office/officeart/2016/7/layout/RepeatingBendingProcessNew"/>
    <dgm:cxn modelId="{D19B325D-8EE3-419F-9CC2-8D34695994AD}" type="presParOf" srcId="{A714DCE1-04E4-4D5A-9C6F-9DD4E8583498}" destId="{6EDE1071-5331-4528-950A-ECF66912E2F8}" srcOrd="0" destOrd="0" presId="urn:microsoft.com/office/officeart/2016/7/layout/RepeatingBendingProcessNew"/>
    <dgm:cxn modelId="{1F424BC3-9FFC-421D-AAB5-B135A9A84C55}" type="presParOf" srcId="{8DE95C3D-0811-40D2-9C94-24715C4AE549}" destId="{DBF343CB-E30A-4633-B1A2-AFBBFF50385E}" srcOrd="10" destOrd="0" presId="urn:microsoft.com/office/officeart/2016/7/layout/RepeatingBendingProcessNew"/>
    <dgm:cxn modelId="{E73FE681-CF21-4D6F-97F1-029A487B44B9}" type="presParOf" srcId="{8DE95C3D-0811-40D2-9C94-24715C4AE549}" destId="{C6458B35-7C63-4D79-9E50-6A7F9B725BB0}" srcOrd="11" destOrd="0" presId="urn:microsoft.com/office/officeart/2016/7/layout/RepeatingBendingProcessNew"/>
    <dgm:cxn modelId="{FA1DF8CB-5DB0-4984-A052-EECFA6C1D561}" type="presParOf" srcId="{C6458B35-7C63-4D79-9E50-6A7F9B725BB0}" destId="{F44B74EE-AA13-4E11-865C-A77C13E90A2C}" srcOrd="0" destOrd="0" presId="urn:microsoft.com/office/officeart/2016/7/layout/RepeatingBendingProcessNew"/>
    <dgm:cxn modelId="{20B32228-D3ED-4142-8B34-63B5CF900887}" type="presParOf" srcId="{8DE95C3D-0811-40D2-9C94-24715C4AE549}" destId="{5F99844B-BCA5-476C-920A-C4D55A7F5893}"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64E8B4-BB82-44AE-B673-3696C144543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46C24CC-54BB-474F-B8D0-6FDE21CD3723}">
      <dgm:prSet custT="1"/>
      <dgm:spPr/>
      <dgm:t>
        <a:bodyPr/>
        <a:lstStyle/>
        <a:p>
          <a:r>
            <a:rPr lang="es-ES" sz="3600" b="1" dirty="0">
              <a:solidFill>
                <a:schemeClr val="tx2"/>
              </a:solidFill>
            </a:rPr>
            <a:t>Meta: Mejorar la planificación de clases con metas SMART.</a:t>
          </a:r>
          <a:endParaRPr lang="en-US" sz="3600" b="1" dirty="0">
            <a:solidFill>
              <a:schemeClr val="tx2"/>
            </a:solidFill>
          </a:endParaRPr>
        </a:p>
      </dgm:t>
    </dgm:pt>
    <dgm:pt modelId="{5F6DDAA8-E4D0-406D-9620-6A8A0D55A7BB}" type="parTrans" cxnId="{967645A1-C1F7-46B8-9506-129B11A41609}">
      <dgm:prSet/>
      <dgm:spPr/>
      <dgm:t>
        <a:bodyPr/>
        <a:lstStyle/>
        <a:p>
          <a:endParaRPr lang="en-US"/>
        </a:p>
      </dgm:t>
    </dgm:pt>
    <dgm:pt modelId="{B8197CC5-5AC2-4DBD-BDE0-807C25615061}" type="sibTrans" cxnId="{967645A1-C1F7-46B8-9506-129B11A41609}">
      <dgm:prSet/>
      <dgm:spPr/>
      <dgm:t>
        <a:bodyPr/>
        <a:lstStyle/>
        <a:p>
          <a:endParaRPr lang="en-US"/>
        </a:p>
      </dgm:t>
    </dgm:pt>
    <dgm:pt modelId="{E619225B-147D-4905-88AC-8FC91C5E017C}">
      <dgm:prSet custT="1"/>
      <dgm:spPr/>
      <dgm:t>
        <a:bodyPr/>
        <a:lstStyle/>
        <a:p>
          <a:r>
            <a:rPr lang="es-ES" sz="3200" b="1" i="0" dirty="0">
              <a:solidFill>
                <a:schemeClr val="tx2"/>
              </a:solidFill>
            </a:rPr>
            <a:t>Realidad: Dificultades en el uso de datos de rendimiento estudiantil.</a:t>
          </a:r>
          <a:endParaRPr lang="en-US" sz="3200" dirty="0">
            <a:solidFill>
              <a:schemeClr val="tx2"/>
            </a:solidFill>
          </a:endParaRPr>
        </a:p>
      </dgm:t>
    </dgm:pt>
    <dgm:pt modelId="{BEA6FB3F-3FA5-4399-97AD-0D7352337FF6}" type="parTrans" cxnId="{3E3C2143-A4E5-414C-A31D-38F9BD816B63}">
      <dgm:prSet/>
      <dgm:spPr/>
      <dgm:t>
        <a:bodyPr/>
        <a:lstStyle/>
        <a:p>
          <a:endParaRPr lang="en-US"/>
        </a:p>
      </dgm:t>
    </dgm:pt>
    <dgm:pt modelId="{BFBB9070-B8E1-497B-9E57-E1224AF6CEB5}" type="sibTrans" cxnId="{3E3C2143-A4E5-414C-A31D-38F9BD816B63}">
      <dgm:prSet/>
      <dgm:spPr/>
      <dgm:t>
        <a:bodyPr/>
        <a:lstStyle/>
        <a:p>
          <a:endParaRPr lang="en-US"/>
        </a:p>
      </dgm:t>
    </dgm:pt>
    <dgm:pt modelId="{9E2EB6D2-AAFD-4532-9195-615617EDCB56}">
      <dgm:prSet custT="1"/>
      <dgm:spPr/>
      <dgm:t>
        <a:bodyPr/>
        <a:lstStyle/>
        <a:p>
          <a:r>
            <a:rPr lang="es-ES" sz="3200" b="1" dirty="0">
              <a:solidFill>
                <a:schemeClr val="tx2"/>
              </a:solidFill>
            </a:rPr>
            <a:t>Opciones: Participar en talleres, usar rúbricas, colaborar con colegas.</a:t>
          </a:r>
          <a:endParaRPr lang="en-US" sz="3200" b="1" dirty="0">
            <a:solidFill>
              <a:schemeClr val="tx2"/>
            </a:solidFill>
          </a:endParaRPr>
        </a:p>
      </dgm:t>
    </dgm:pt>
    <dgm:pt modelId="{F0203A1B-5DD4-40F4-901A-E2F87DFEE70F}" type="parTrans" cxnId="{E3BC708E-9B5D-4046-94E6-61932DDBCB85}">
      <dgm:prSet/>
      <dgm:spPr/>
      <dgm:t>
        <a:bodyPr/>
        <a:lstStyle/>
        <a:p>
          <a:endParaRPr lang="en-US"/>
        </a:p>
      </dgm:t>
    </dgm:pt>
    <dgm:pt modelId="{5898B0B9-60D1-45E0-8923-C680E7BB31C7}" type="sibTrans" cxnId="{E3BC708E-9B5D-4046-94E6-61932DDBCB85}">
      <dgm:prSet/>
      <dgm:spPr/>
      <dgm:t>
        <a:bodyPr/>
        <a:lstStyle/>
        <a:p>
          <a:endParaRPr lang="en-US"/>
        </a:p>
      </dgm:t>
    </dgm:pt>
    <dgm:pt modelId="{5F4BC40C-327F-489B-9702-29DC4B7DA0BF}">
      <dgm:prSet custT="1"/>
      <dgm:spPr/>
      <dgm:t>
        <a:bodyPr/>
        <a:lstStyle/>
        <a:p>
          <a:r>
            <a:rPr lang="es-ES" sz="3200" b="1" dirty="0">
              <a:solidFill>
                <a:schemeClr val="tx2"/>
              </a:solidFill>
            </a:rPr>
            <a:t>Voluntad: Implementar nuevas estrategias y evaluar resultados mensualmente.</a:t>
          </a:r>
          <a:endParaRPr lang="en-US" sz="3200" b="1" dirty="0">
            <a:solidFill>
              <a:schemeClr val="tx2"/>
            </a:solidFill>
          </a:endParaRPr>
        </a:p>
      </dgm:t>
    </dgm:pt>
    <dgm:pt modelId="{2DEC6C91-F26F-433C-AA1D-4C4D037DB192}" type="parTrans" cxnId="{55693BCD-56FB-43C6-8D13-D8ADEAC3CA57}">
      <dgm:prSet/>
      <dgm:spPr/>
      <dgm:t>
        <a:bodyPr/>
        <a:lstStyle/>
        <a:p>
          <a:endParaRPr lang="en-US"/>
        </a:p>
      </dgm:t>
    </dgm:pt>
    <dgm:pt modelId="{1349F32B-B1A5-4B94-B4C3-0120221F1E12}" type="sibTrans" cxnId="{55693BCD-56FB-43C6-8D13-D8ADEAC3CA57}">
      <dgm:prSet/>
      <dgm:spPr/>
      <dgm:t>
        <a:bodyPr/>
        <a:lstStyle/>
        <a:p>
          <a:endParaRPr lang="en-US"/>
        </a:p>
      </dgm:t>
    </dgm:pt>
    <dgm:pt modelId="{129CE84D-5626-49FA-B543-0A95A8A94CF3}" type="pres">
      <dgm:prSet presAssocID="{3364E8B4-BB82-44AE-B673-3696C144543F}" presName="vert0" presStyleCnt="0">
        <dgm:presLayoutVars>
          <dgm:dir/>
          <dgm:animOne val="branch"/>
          <dgm:animLvl val="lvl"/>
        </dgm:presLayoutVars>
      </dgm:prSet>
      <dgm:spPr/>
    </dgm:pt>
    <dgm:pt modelId="{68A6A02A-C02F-47CA-8E5E-38046773F39E}" type="pres">
      <dgm:prSet presAssocID="{B46C24CC-54BB-474F-B8D0-6FDE21CD3723}" presName="thickLine" presStyleLbl="alignNode1" presStyleIdx="0" presStyleCnt="4"/>
      <dgm:spPr/>
    </dgm:pt>
    <dgm:pt modelId="{45E2A9C3-D181-4B76-B946-917FFF64BAEF}" type="pres">
      <dgm:prSet presAssocID="{B46C24CC-54BB-474F-B8D0-6FDE21CD3723}" presName="horz1" presStyleCnt="0"/>
      <dgm:spPr/>
    </dgm:pt>
    <dgm:pt modelId="{A280137F-1A21-4332-9F89-967907F0EA70}" type="pres">
      <dgm:prSet presAssocID="{B46C24CC-54BB-474F-B8D0-6FDE21CD3723}" presName="tx1" presStyleLbl="revTx" presStyleIdx="0" presStyleCnt="4"/>
      <dgm:spPr/>
    </dgm:pt>
    <dgm:pt modelId="{FC3F0EBB-8E1D-43E2-8060-48EF4CAE360A}" type="pres">
      <dgm:prSet presAssocID="{B46C24CC-54BB-474F-B8D0-6FDE21CD3723}" presName="vert1" presStyleCnt="0"/>
      <dgm:spPr/>
    </dgm:pt>
    <dgm:pt modelId="{3E0C3BE5-CCE1-4D83-B968-54B82E4A8325}" type="pres">
      <dgm:prSet presAssocID="{E619225B-147D-4905-88AC-8FC91C5E017C}" presName="thickLine" presStyleLbl="alignNode1" presStyleIdx="1" presStyleCnt="4"/>
      <dgm:spPr/>
    </dgm:pt>
    <dgm:pt modelId="{C5B3940B-6864-43DA-8FBE-2A0FB9C58DEF}" type="pres">
      <dgm:prSet presAssocID="{E619225B-147D-4905-88AC-8FC91C5E017C}" presName="horz1" presStyleCnt="0"/>
      <dgm:spPr/>
    </dgm:pt>
    <dgm:pt modelId="{7710EE36-21B3-4ED3-BFB0-64F9BFDCB456}" type="pres">
      <dgm:prSet presAssocID="{E619225B-147D-4905-88AC-8FC91C5E017C}" presName="tx1" presStyleLbl="revTx" presStyleIdx="1" presStyleCnt="4"/>
      <dgm:spPr/>
    </dgm:pt>
    <dgm:pt modelId="{0FFFE633-CDA5-44B9-B843-D14109A41771}" type="pres">
      <dgm:prSet presAssocID="{E619225B-147D-4905-88AC-8FC91C5E017C}" presName="vert1" presStyleCnt="0"/>
      <dgm:spPr/>
    </dgm:pt>
    <dgm:pt modelId="{B52653E7-A320-4065-81BB-920E9FB5DAE1}" type="pres">
      <dgm:prSet presAssocID="{9E2EB6D2-AAFD-4532-9195-615617EDCB56}" presName="thickLine" presStyleLbl="alignNode1" presStyleIdx="2" presStyleCnt="4"/>
      <dgm:spPr/>
    </dgm:pt>
    <dgm:pt modelId="{4F24EEDC-F6DF-4409-BAB6-24DDA540F929}" type="pres">
      <dgm:prSet presAssocID="{9E2EB6D2-AAFD-4532-9195-615617EDCB56}" presName="horz1" presStyleCnt="0"/>
      <dgm:spPr/>
    </dgm:pt>
    <dgm:pt modelId="{806D06F4-9641-4141-808E-621BDDBA5739}" type="pres">
      <dgm:prSet presAssocID="{9E2EB6D2-AAFD-4532-9195-615617EDCB56}" presName="tx1" presStyleLbl="revTx" presStyleIdx="2" presStyleCnt="4"/>
      <dgm:spPr/>
    </dgm:pt>
    <dgm:pt modelId="{D236D396-4CC2-46AD-81DF-1CFA578F59EE}" type="pres">
      <dgm:prSet presAssocID="{9E2EB6D2-AAFD-4532-9195-615617EDCB56}" presName="vert1" presStyleCnt="0"/>
      <dgm:spPr/>
    </dgm:pt>
    <dgm:pt modelId="{EF092BFD-CEAA-4F9C-BF7D-72DF601E0B48}" type="pres">
      <dgm:prSet presAssocID="{5F4BC40C-327F-489B-9702-29DC4B7DA0BF}" presName="thickLine" presStyleLbl="alignNode1" presStyleIdx="3" presStyleCnt="4"/>
      <dgm:spPr/>
    </dgm:pt>
    <dgm:pt modelId="{4B1E9E92-DE7F-41EB-944A-1FF003F9025E}" type="pres">
      <dgm:prSet presAssocID="{5F4BC40C-327F-489B-9702-29DC4B7DA0BF}" presName="horz1" presStyleCnt="0"/>
      <dgm:spPr/>
    </dgm:pt>
    <dgm:pt modelId="{F892A59C-3F38-421F-A1AE-9B7BDDDA969A}" type="pres">
      <dgm:prSet presAssocID="{5F4BC40C-327F-489B-9702-29DC4B7DA0BF}" presName="tx1" presStyleLbl="revTx" presStyleIdx="3" presStyleCnt="4"/>
      <dgm:spPr/>
    </dgm:pt>
    <dgm:pt modelId="{6719CE37-CB92-4548-A5B4-3BA3B37D7B46}" type="pres">
      <dgm:prSet presAssocID="{5F4BC40C-327F-489B-9702-29DC4B7DA0BF}" presName="vert1" presStyleCnt="0"/>
      <dgm:spPr/>
    </dgm:pt>
  </dgm:ptLst>
  <dgm:cxnLst>
    <dgm:cxn modelId="{AFB81538-1779-4455-9BBB-BC6960522293}" type="presOf" srcId="{B46C24CC-54BB-474F-B8D0-6FDE21CD3723}" destId="{A280137F-1A21-4332-9F89-967907F0EA70}" srcOrd="0" destOrd="0" presId="urn:microsoft.com/office/officeart/2008/layout/LinedList"/>
    <dgm:cxn modelId="{A178293D-424A-4A5C-BAE4-020A089E445F}" type="presOf" srcId="{5F4BC40C-327F-489B-9702-29DC4B7DA0BF}" destId="{F892A59C-3F38-421F-A1AE-9B7BDDDA969A}" srcOrd="0" destOrd="0" presId="urn:microsoft.com/office/officeart/2008/layout/LinedList"/>
    <dgm:cxn modelId="{3E3C2143-A4E5-414C-A31D-38F9BD816B63}" srcId="{3364E8B4-BB82-44AE-B673-3696C144543F}" destId="{E619225B-147D-4905-88AC-8FC91C5E017C}" srcOrd="1" destOrd="0" parTransId="{BEA6FB3F-3FA5-4399-97AD-0D7352337FF6}" sibTransId="{BFBB9070-B8E1-497B-9E57-E1224AF6CEB5}"/>
    <dgm:cxn modelId="{E3BC708E-9B5D-4046-94E6-61932DDBCB85}" srcId="{3364E8B4-BB82-44AE-B673-3696C144543F}" destId="{9E2EB6D2-AAFD-4532-9195-615617EDCB56}" srcOrd="2" destOrd="0" parTransId="{F0203A1B-5DD4-40F4-901A-E2F87DFEE70F}" sibTransId="{5898B0B9-60D1-45E0-8923-C680E7BB31C7}"/>
    <dgm:cxn modelId="{0424E595-C769-4BDC-B3D9-45CBDFDAACD2}" type="presOf" srcId="{3364E8B4-BB82-44AE-B673-3696C144543F}" destId="{129CE84D-5626-49FA-B543-0A95A8A94CF3}" srcOrd="0" destOrd="0" presId="urn:microsoft.com/office/officeart/2008/layout/LinedList"/>
    <dgm:cxn modelId="{967645A1-C1F7-46B8-9506-129B11A41609}" srcId="{3364E8B4-BB82-44AE-B673-3696C144543F}" destId="{B46C24CC-54BB-474F-B8D0-6FDE21CD3723}" srcOrd="0" destOrd="0" parTransId="{5F6DDAA8-E4D0-406D-9620-6A8A0D55A7BB}" sibTransId="{B8197CC5-5AC2-4DBD-BDE0-807C25615061}"/>
    <dgm:cxn modelId="{E53F49A5-5F90-4159-BFAF-EDBECE1C5894}" type="presOf" srcId="{9E2EB6D2-AAFD-4532-9195-615617EDCB56}" destId="{806D06F4-9641-4141-808E-621BDDBA5739}" srcOrd="0" destOrd="0" presId="urn:microsoft.com/office/officeart/2008/layout/LinedList"/>
    <dgm:cxn modelId="{55693BCD-56FB-43C6-8D13-D8ADEAC3CA57}" srcId="{3364E8B4-BB82-44AE-B673-3696C144543F}" destId="{5F4BC40C-327F-489B-9702-29DC4B7DA0BF}" srcOrd="3" destOrd="0" parTransId="{2DEC6C91-F26F-433C-AA1D-4C4D037DB192}" sibTransId="{1349F32B-B1A5-4B94-B4C3-0120221F1E12}"/>
    <dgm:cxn modelId="{36C19AD7-DD4C-48FE-ACEE-A02A5B332FDC}" type="presOf" srcId="{E619225B-147D-4905-88AC-8FC91C5E017C}" destId="{7710EE36-21B3-4ED3-BFB0-64F9BFDCB456}" srcOrd="0" destOrd="0" presId="urn:microsoft.com/office/officeart/2008/layout/LinedList"/>
    <dgm:cxn modelId="{B4C2EE31-685A-4C81-9997-A7F4C520A89F}" type="presParOf" srcId="{129CE84D-5626-49FA-B543-0A95A8A94CF3}" destId="{68A6A02A-C02F-47CA-8E5E-38046773F39E}" srcOrd="0" destOrd="0" presId="urn:microsoft.com/office/officeart/2008/layout/LinedList"/>
    <dgm:cxn modelId="{EA640ADD-FB53-46E0-9840-E08063B391F3}" type="presParOf" srcId="{129CE84D-5626-49FA-B543-0A95A8A94CF3}" destId="{45E2A9C3-D181-4B76-B946-917FFF64BAEF}" srcOrd="1" destOrd="0" presId="urn:microsoft.com/office/officeart/2008/layout/LinedList"/>
    <dgm:cxn modelId="{92F69F40-C824-43C4-AF0E-FDE5A2D92C3F}" type="presParOf" srcId="{45E2A9C3-D181-4B76-B946-917FFF64BAEF}" destId="{A280137F-1A21-4332-9F89-967907F0EA70}" srcOrd="0" destOrd="0" presId="urn:microsoft.com/office/officeart/2008/layout/LinedList"/>
    <dgm:cxn modelId="{1F2321B7-6517-4C37-AFB2-F721BA946924}" type="presParOf" srcId="{45E2A9C3-D181-4B76-B946-917FFF64BAEF}" destId="{FC3F0EBB-8E1D-43E2-8060-48EF4CAE360A}" srcOrd="1" destOrd="0" presId="urn:microsoft.com/office/officeart/2008/layout/LinedList"/>
    <dgm:cxn modelId="{9AD5795D-0820-4803-A52D-43F64450C18F}" type="presParOf" srcId="{129CE84D-5626-49FA-B543-0A95A8A94CF3}" destId="{3E0C3BE5-CCE1-4D83-B968-54B82E4A8325}" srcOrd="2" destOrd="0" presId="urn:microsoft.com/office/officeart/2008/layout/LinedList"/>
    <dgm:cxn modelId="{02E282E2-D898-49E0-91F5-A04E8EBDECEA}" type="presParOf" srcId="{129CE84D-5626-49FA-B543-0A95A8A94CF3}" destId="{C5B3940B-6864-43DA-8FBE-2A0FB9C58DEF}" srcOrd="3" destOrd="0" presId="urn:microsoft.com/office/officeart/2008/layout/LinedList"/>
    <dgm:cxn modelId="{268558C8-7C46-47DB-AC26-DF7E355B250A}" type="presParOf" srcId="{C5B3940B-6864-43DA-8FBE-2A0FB9C58DEF}" destId="{7710EE36-21B3-4ED3-BFB0-64F9BFDCB456}" srcOrd="0" destOrd="0" presId="urn:microsoft.com/office/officeart/2008/layout/LinedList"/>
    <dgm:cxn modelId="{EB22086F-1C60-4093-B8D1-8939FC1C787A}" type="presParOf" srcId="{C5B3940B-6864-43DA-8FBE-2A0FB9C58DEF}" destId="{0FFFE633-CDA5-44B9-B843-D14109A41771}" srcOrd="1" destOrd="0" presId="urn:microsoft.com/office/officeart/2008/layout/LinedList"/>
    <dgm:cxn modelId="{70B24650-AF91-4F1A-8F6E-B78C4EC6F0F7}" type="presParOf" srcId="{129CE84D-5626-49FA-B543-0A95A8A94CF3}" destId="{B52653E7-A320-4065-81BB-920E9FB5DAE1}" srcOrd="4" destOrd="0" presId="urn:microsoft.com/office/officeart/2008/layout/LinedList"/>
    <dgm:cxn modelId="{DEC55F52-8035-4E5D-BB9C-B297DB1303A0}" type="presParOf" srcId="{129CE84D-5626-49FA-B543-0A95A8A94CF3}" destId="{4F24EEDC-F6DF-4409-BAB6-24DDA540F929}" srcOrd="5" destOrd="0" presId="urn:microsoft.com/office/officeart/2008/layout/LinedList"/>
    <dgm:cxn modelId="{53ADFAD6-4BB9-49A2-835D-EE2720073EB4}" type="presParOf" srcId="{4F24EEDC-F6DF-4409-BAB6-24DDA540F929}" destId="{806D06F4-9641-4141-808E-621BDDBA5739}" srcOrd="0" destOrd="0" presId="urn:microsoft.com/office/officeart/2008/layout/LinedList"/>
    <dgm:cxn modelId="{B6CC5D15-5270-452E-95E0-E71EE1B12B66}" type="presParOf" srcId="{4F24EEDC-F6DF-4409-BAB6-24DDA540F929}" destId="{D236D396-4CC2-46AD-81DF-1CFA578F59EE}" srcOrd="1" destOrd="0" presId="urn:microsoft.com/office/officeart/2008/layout/LinedList"/>
    <dgm:cxn modelId="{06661E8C-E54E-4D2F-B514-F93080065EBE}" type="presParOf" srcId="{129CE84D-5626-49FA-B543-0A95A8A94CF3}" destId="{EF092BFD-CEAA-4F9C-BF7D-72DF601E0B48}" srcOrd="6" destOrd="0" presId="urn:microsoft.com/office/officeart/2008/layout/LinedList"/>
    <dgm:cxn modelId="{56DC5D46-965C-4EB3-B667-72EE6B2E838A}" type="presParOf" srcId="{129CE84D-5626-49FA-B543-0A95A8A94CF3}" destId="{4B1E9E92-DE7F-41EB-944A-1FF003F9025E}" srcOrd="7" destOrd="0" presId="urn:microsoft.com/office/officeart/2008/layout/LinedList"/>
    <dgm:cxn modelId="{F4816E5E-370C-496B-A9DE-DCC20201ABBB}" type="presParOf" srcId="{4B1E9E92-DE7F-41EB-944A-1FF003F9025E}" destId="{F892A59C-3F38-421F-A1AE-9B7BDDDA969A}" srcOrd="0" destOrd="0" presId="urn:microsoft.com/office/officeart/2008/layout/LinedList"/>
    <dgm:cxn modelId="{4AC86E7B-DCAB-49F1-8A03-6E33E4238CC1}" type="presParOf" srcId="{4B1E9E92-DE7F-41EB-944A-1FF003F9025E}" destId="{6719CE37-CB92-4548-A5B4-3BA3B37D7B4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98A5C5-77D7-44F5-BC51-70D72F574FE2}" type="doc">
      <dgm:prSet loTypeId="urn:microsoft.com/office/officeart/2005/8/layout/vProcess5" loCatId="process" qsTypeId="urn:microsoft.com/office/officeart/2005/8/quickstyle/simple4" qsCatId="simple" csTypeId="urn:microsoft.com/office/officeart/2005/8/colors/accent3_2" csCatId="accent3"/>
      <dgm:spPr/>
      <dgm:t>
        <a:bodyPr/>
        <a:lstStyle/>
        <a:p>
          <a:endParaRPr lang="en-US"/>
        </a:p>
      </dgm:t>
    </dgm:pt>
    <dgm:pt modelId="{F9D36E2A-6D19-41FD-904D-EDC34C61D421}">
      <dgm:prSet/>
      <dgm:spPr/>
      <dgm:t>
        <a:bodyPr/>
        <a:lstStyle/>
        <a:p>
          <a:r>
            <a:rPr lang="es-ES" dirty="0"/>
            <a:t>Meta: Aprobar con al menos 80% el próximo examen de matemáticas.</a:t>
          </a:r>
          <a:endParaRPr lang="en-US" dirty="0"/>
        </a:p>
      </dgm:t>
    </dgm:pt>
    <dgm:pt modelId="{511C005C-9064-4931-8474-70676AEB8F6F}" type="parTrans" cxnId="{BB7CE4E8-4523-4261-AF15-89AD42460668}">
      <dgm:prSet/>
      <dgm:spPr/>
      <dgm:t>
        <a:bodyPr/>
        <a:lstStyle/>
        <a:p>
          <a:endParaRPr lang="en-US"/>
        </a:p>
      </dgm:t>
    </dgm:pt>
    <dgm:pt modelId="{03198A79-E2F2-4D9F-95C3-52E5B42EF3BE}" type="sibTrans" cxnId="{BB7CE4E8-4523-4261-AF15-89AD42460668}">
      <dgm:prSet phldrT="1" phldr="0"/>
      <dgm:spPr/>
      <dgm:t>
        <a:bodyPr/>
        <a:lstStyle/>
        <a:p>
          <a:r>
            <a:rPr lang="en-US"/>
            <a:t>1</a:t>
          </a:r>
        </a:p>
      </dgm:t>
    </dgm:pt>
    <dgm:pt modelId="{6A51AC03-1FE2-431C-9CBE-2442C5638C74}">
      <dgm:prSet/>
      <dgm:spPr/>
      <dgm:t>
        <a:bodyPr/>
        <a:lstStyle/>
        <a:p>
          <a:r>
            <a:rPr lang="es-ES"/>
            <a:t>Realidad: Actualmente tiene 60%, se distrae y no estudia con regularidad.</a:t>
          </a:r>
          <a:endParaRPr lang="en-US"/>
        </a:p>
      </dgm:t>
    </dgm:pt>
    <dgm:pt modelId="{BDDD32FB-E32A-45C4-ADF1-5328744C2469}" type="parTrans" cxnId="{AD404809-B31A-4684-9070-739C7EFCAF81}">
      <dgm:prSet/>
      <dgm:spPr/>
      <dgm:t>
        <a:bodyPr/>
        <a:lstStyle/>
        <a:p>
          <a:endParaRPr lang="en-US"/>
        </a:p>
      </dgm:t>
    </dgm:pt>
    <dgm:pt modelId="{920EDEB0-DF1C-47BA-AC38-640C7404559C}" type="sibTrans" cxnId="{AD404809-B31A-4684-9070-739C7EFCAF81}">
      <dgm:prSet phldrT="2" phldr="0"/>
      <dgm:spPr/>
      <dgm:t>
        <a:bodyPr/>
        <a:lstStyle/>
        <a:p>
          <a:r>
            <a:rPr lang="en-US"/>
            <a:t>2</a:t>
          </a:r>
        </a:p>
      </dgm:t>
    </dgm:pt>
    <dgm:pt modelId="{182FB7A6-1F82-4BFE-A3DE-CB9E035A2002}">
      <dgm:prSet/>
      <dgm:spPr/>
      <dgm:t>
        <a:bodyPr/>
        <a:lstStyle/>
        <a:p>
          <a:r>
            <a:rPr lang="es-ES"/>
            <a:t>Opciones: Crear horario de estudio, pedir ayuda a un compañero, usar apps educativas.</a:t>
          </a:r>
          <a:endParaRPr lang="en-US"/>
        </a:p>
      </dgm:t>
    </dgm:pt>
    <dgm:pt modelId="{69558F46-E648-4941-99CD-22F8003000BF}" type="parTrans" cxnId="{8930E097-C4A9-4C7A-8DB6-08B36FD832F0}">
      <dgm:prSet/>
      <dgm:spPr/>
      <dgm:t>
        <a:bodyPr/>
        <a:lstStyle/>
        <a:p>
          <a:endParaRPr lang="en-US"/>
        </a:p>
      </dgm:t>
    </dgm:pt>
    <dgm:pt modelId="{4DECE499-741F-4133-B513-ECDA89BD05C7}" type="sibTrans" cxnId="{8930E097-C4A9-4C7A-8DB6-08B36FD832F0}">
      <dgm:prSet phldrT="3" phldr="0"/>
      <dgm:spPr/>
      <dgm:t>
        <a:bodyPr/>
        <a:lstStyle/>
        <a:p>
          <a:r>
            <a:rPr lang="en-US"/>
            <a:t>3</a:t>
          </a:r>
        </a:p>
      </dgm:t>
    </dgm:pt>
    <dgm:pt modelId="{6EF8B40F-DCDA-42DE-8C8B-A31E3CCFDDAD}">
      <dgm:prSet/>
      <dgm:spPr/>
      <dgm:t>
        <a:bodyPr/>
        <a:lstStyle/>
        <a:p>
          <a:r>
            <a:rPr lang="es-ES"/>
            <a:t>Voluntad: Estudiar 1 hora diaria, asistir a tutorías, revisar resultados cada viernes.</a:t>
          </a:r>
          <a:endParaRPr lang="en-US"/>
        </a:p>
      </dgm:t>
    </dgm:pt>
    <dgm:pt modelId="{A9B5132F-DEED-4867-98D6-ECB5AE24A8FE}" type="parTrans" cxnId="{10F10470-E503-4CFC-934D-53E4A361D406}">
      <dgm:prSet/>
      <dgm:spPr/>
      <dgm:t>
        <a:bodyPr/>
        <a:lstStyle/>
        <a:p>
          <a:endParaRPr lang="en-US"/>
        </a:p>
      </dgm:t>
    </dgm:pt>
    <dgm:pt modelId="{B49F6B6F-C3C4-4A27-AECC-69ED118D6D72}" type="sibTrans" cxnId="{10F10470-E503-4CFC-934D-53E4A361D406}">
      <dgm:prSet phldrT="4" phldr="0"/>
      <dgm:spPr/>
      <dgm:t>
        <a:bodyPr/>
        <a:lstStyle/>
        <a:p>
          <a:endParaRPr lang="en-US"/>
        </a:p>
      </dgm:t>
    </dgm:pt>
    <dgm:pt modelId="{C13EACD0-C62E-497A-A20A-B7F2F0C233C9}" type="pres">
      <dgm:prSet presAssocID="{3398A5C5-77D7-44F5-BC51-70D72F574FE2}" presName="outerComposite" presStyleCnt="0">
        <dgm:presLayoutVars>
          <dgm:chMax val="5"/>
          <dgm:dir/>
          <dgm:resizeHandles val="exact"/>
        </dgm:presLayoutVars>
      </dgm:prSet>
      <dgm:spPr/>
    </dgm:pt>
    <dgm:pt modelId="{F9F994A0-60F5-4235-9218-A4CD5F4DC684}" type="pres">
      <dgm:prSet presAssocID="{3398A5C5-77D7-44F5-BC51-70D72F574FE2}" presName="dummyMaxCanvas" presStyleCnt="0">
        <dgm:presLayoutVars/>
      </dgm:prSet>
      <dgm:spPr/>
    </dgm:pt>
    <dgm:pt modelId="{B84D5717-BBE5-4C81-98A5-64B5CCF33F54}" type="pres">
      <dgm:prSet presAssocID="{3398A5C5-77D7-44F5-BC51-70D72F574FE2}" presName="FourNodes_1" presStyleLbl="node1" presStyleIdx="0" presStyleCnt="4">
        <dgm:presLayoutVars>
          <dgm:bulletEnabled val="1"/>
        </dgm:presLayoutVars>
      </dgm:prSet>
      <dgm:spPr/>
    </dgm:pt>
    <dgm:pt modelId="{F0FB2389-EB30-4915-93A4-36AD3CEE4C96}" type="pres">
      <dgm:prSet presAssocID="{3398A5C5-77D7-44F5-BC51-70D72F574FE2}" presName="FourNodes_2" presStyleLbl="node1" presStyleIdx="1" presStyleCnt="4">
        <dgm:presLayoutVars>
          <dgm:bulletEnabled val="1"/>
        </dgm:presLayoutVars>
      </dgm:prSet>
      <dgm:spPr/>
    </dgm:pt>
    <dgm:pt modelId="{402E541F-E6A6-465E-B6D4-82EE213EBD70}" type="pres">
      <dgm:prSet presAssocID="{3398A5C5-77D7-44F5-BC51-70D72F574FE2}" presName="FourNodes_3" presStyleLbl="node1" presStyleIdx="2" presStyleCnt="4">
        <dgm:presLayoutVars>
          <dgm:bulletEnabled val="1"/>
        </dgm:presLayoutVars>
      </dgm:prSet>
      <dgm:spPr/>
    </dgm:pt>
    <dgm:pt modelId="{10A24AA2-1947-48F6-9B71-A20A54345F38}" type="pres">
      <dgm:prSet presAssocID="{3398A5C5-77D7-44F5-BC51-70D72F574FE2}" presName="FourNodes_4" presStyleLbl="node1" presStyleIdx="3" presStyleCnt="4">
        <dgm:presLayoutVars>
          <dgm:bulletEnabled val="1"/>
        </dgm:presLayoutVars>
      </dgm:prSet>
      <dgm:spPr/>
    </dgm:pt>
    <dgm:pt modelId="{CA99B435-BC0D-4AD4-A0C8-D29B064EA4A9}" type="pres">
      <dgm:prSet presAssocID="{3398A5C5-77D7-44F5-BC51-70D72F574FE2}" presName="FourConn_1-2" presStyleLbl="fgAccFollowNode1" presStyleIdx="0" presStyleCnt="3">
        <dgm:presLayoutVars>
          <dgm:bulletEnabled val="1"/>
        </dgm:presLayoutVars>
      </dgm:prSet>
      <dgm:spPr/>
    </dgm:pt>
    <dgm:pt modelId="{6EA0EF7B-CE08-42B7-A18F-8F233CF847DA}" type="pres">
      <dgm:prSet presAssocID="{3398A5C5-77D7-44F5-BC51-70D72F574FE2}" presName="FourConn_2-3" presStyleLbl="fgAccFollowNode1" presStyleIdx="1" presStyleCnt="3">
        <dgm:presLayoutVars>
          <dgm:bulletEnabled val="1"/>
        </dgm:presLayoutVars>
      </dgm:prSet>
      <dgm:spPr/>
    </dgm:pt>
    <dgm:pt modelId="{532A33AF-A46E-44FA-8748-0BB4AFF4212C}" type="pres">
      <dgm:prSet presAssocID="{3398A5C5-77D7-44F5-BC51-70D72F574FE2}" presName="FourConn_3-4" presStyleLbl="fgAccFollowNode1" presStyleIdx="2" presStyleCnt="3">
        <dgm:presLayoutVars>
          <dgm:bulletEnabled val="1"/>
        </dgm:presLayoutVars>
      </dgm:prSet>
      <dgm:spPr/>
    </dgm:pt>
    <dgm:pt modelId="{78581E53-9D81-4ECF-9514-71F44FCDF94B}" type="pres">
      <dgm:prSet presAssocID="{3398A5C5-77D7-44F5-BC51-70D72F574FE2}" presName="FourNodes_1_text" presStyleLbl="node1" presStyleIdx="3" presStyleCnt="4">
        <dgm:presLayoutVars>
          <dgm:bulletEnabled val="1"/>
        </dgm:presLayoutVars>
      </dgm:prSet>
      <dgm:spPr/>
    </dgm:pt>
    <dgm:pt modelId="{BB2C9032-04E2-4533-93E3-54C03CF33CB8}" type="pres">
      <dgm:prSet presAssocID="{3398A5C5-77D7-44F5-BC51-70D72F574FE2}" presName="FourNodes_2_text" presStyleLbl="node1" presStyleIdx="3" presStyleCnt="4">
        <dgm:presLayoutVars>
          <dgm:bulletEnabled val="1"/>
        </dgm:presLayoutVars>
      </dgm:prSet>
      <dgm:spPr/>
    </dgm:pt>
    <dgm:pt modelId="{3D42F5DD-1212-4A1E-AE82-E59063ADF7B3}" type="pres">
      <dgm:prSet presAssocID="{3398A5C5-77D7-44F5-BC51-70D72F574FE2}" presName="FourNodes_3_text" presStyleLbl="node1" presStyleIdx="3" presStyleCnt="4">
        <dgm:presLayoutVars>
          <dgm:bulletEnabled val="1"/>
        </dgm:presLayoutVars>
      </dgm:prSet>
      <dgm:spPr/>
    </dgm:pt>
    <dgm:pt modelId="{5E11EF4E-A734-43A9-BE66-B67A53086C25}" type="pres">
      <dgm:prSet presAssocID="{3398A5C5-77D7-44F5-BC51-70D72F574FE2}" presName="FourNodes_4_text" presStyleLbl="node1" presStyleIdx="3" presStyleCnt="4">
        <dgm:presLayoutVars>
          <dgm:bulletEnabled val="1"/>
        </dgm:presLayoutVars>
      </dgm:prSet>
      <dgm:spPr/>
    </dgm:pt>
  </dgm:ptLst>
  <dgm:cxnLst>
    <dgm:cxn modelId="{AD404809-B31A-4684-9070-739C7EFCAF81}" srcId="{3398A5C5-77D7-44F5-BC51-70D72F574FE2}" destId="{6A51AC03-1FE2-431C-9CBE-2442C5638C74}" srcOrd="1" destOrd="0" parTransId="{BDDD32FB-E32A-45C4-ADF1-5328744C2469}" sibTransId="{920EDEB0-DF1C-47BA-AC38-640C7404559C}"/>
    <dgm:cxn modelId="{29D5551B-66B8-451A-BC68-5755B51158CD}" type="presOf" srcId="{F9D36E2A-6D19-41FD-904D-EDC34C61D421}" destId="{78581E53-9D81-4ECF-9514-71F44FCDF94B}" srcOrd="1" destOrd="0" presId="urn:microsoft.com/office/officeart/2005/8/layout/vProcess5"/>
    <dgm:cxn modelId="{88CB113F-07AA-45C7-9702-9FBBF9F2056C}" type="presOf" srcId="{6EF8B40F-DCDA-42DE-8C8B-A31E3CCFDDAD}" destId="{5E11EF4E-A734-43A9-BE66-B67A53086C25}" srcOrd="1" destOrd="0" presId="urn:microsoft.com/office/officeart/2005/8/layout/vProcess5"/>
    <dgm:cxn modelId="{CE060A4A-B45B-4BD9-9C15-4771F208B7EE}" type="presOf" srcId="{182FB7A6-1F82-4BFE-A3DE-CB9E035A2002}" destId="{3D42F5DD-1212-4A1E-AE82-E59063ADF7B3}" srcOrd="1" destOrd="0" presId="urn:microsoft.com/office/officeart/2005/8/layout/vProcess5"/>
    <dgm:cxn modelId="{349D4E6B-551F-4511-ACD1-18F6C1567B05}" type="presOf" srcId="{6EF8B40F-DCDA-42DE-8C8B-A31E3CCFDDAD}" destId="{10A24AA2-1947-48F6-9B71-A20A54345F38}" srcOrd="0" destOrd="0" presId="urn:microsoft.com/office/officeart/2005/8/layout/vProcess5"/>
    <dgm:cxn modelId="{6C35A34D-B390-435C-ADCE-C49ACD85AAC7}" type="presOf" srcId="{03198A79-E2F2-4D9F-95C3-52E5B42EF3BE}" destId="{CA99B435-BC0D-4AD4-A0C8-D29B064EA4A9}" srcOrd="0" destOrd="0" presId="urn:microsoft.com/office/officeart/2005/8/layout/vProcess5"/>
    <dgm:cxn modelId="{2BACA76D-4446-4563-9751-93082BEF7C6B}" type="presOf" srcId="{6A51AC03-1FE2-431C-9CBE-2442C5638C74}" destId="{BB2C9032-04E2-4533-93E3-54C03CF33CB8}" srcOrd="1" destOrd="0" presId="urn:microsoft.com/office/officeart/2005/8/layout/vProcess5"/>
    <dgm:cxn modelId="{10F10470-E503-4CFC-934D-53E4A361D406}" srcId="{3398A5C5-77D7-44F5-BC51-70D72F574FE2}" destId="{6EF8B40F-DCDA-42DE-8C8B-A31E3CCFDDAD}" srcOrd="3" destOrd="0" parTransId="{A9B5132F-DEED-4867-98D6-ECB5AE24A8FE}" sibTransId="{B49F6B6F-C3C4-4A27-AECC-69ED118D6D72}"/>
    <dgm:cxn modelId="{8930E097-C4A9-4C7A-8DB6-08B36FD832F0}" srcId="{3398A5C5-77D7-44F5-BC51-70D72F574FE2}" destId="{182FB7A6-1F82-4BFE-A3DE-CB9E035A2002}" srcOrd="2" destOrd="0" parTransId="{69558F46-E648-4941-99CD-22F8003000BF}" sibTransId="{4DECE499-741F-4133-B513-ECDA89BD05C7}"/>
    <dgm:cxn modelId="{2604DCC2-F828-466F-B87B-623954E88E47}" type="presOf" srcId="{F9D36E2A-6D19-41FD-904D-EDC34C61D421}" destId="{B84D5717-BBE5-4C81-98A5-64B5CCF33F54}" srcOrd="0" destOrd="0" presId="urn:microsoft.com/office/officeart/2005/8/layout/vProcess5"/>
    <dgm:cxn modelId="{8CDD47C8-E238-4B07-9D64-1BF47056D994}" type="presOf" srcId="{4DECE499-741F-4133-B513-ECDA89BD05C7}" destId="{532A33AF-A46E-44FA-8748-0BB4AFF4212C}" srcOrd="0" destOrd="0" presId="urn:microsoft.com/office/officeart/2005/8/layout/vProcess5"/>
    <dgm:cxn modelId="{F0AF9CCA-1795-4750-977C-A5B80FE26EFF}" type="presOf" srcId="{3398A5C5-77D7-44F5-BC51-70D72F574FE2}" destId="{C13EACD0-C62E-497A-A20A-B7F2F0C233C9}" srcOrd="0" destOrd="0" presId="urn:microsoft.com/office/officeart/2005/8/layout/vProcess5"/>
    <dgm:cxn modelId="{75B573D7-ED44-4715-9C8D-54476AE839AB}" type="presOf" srcId="{182FB7A6-1F82-4BFE-A3DE-CB9E035A2002}" destId="{402E541F-E6A6-465E-B6D4-82EE213EBD70}" srcOrd="0" destOrd="0" presId="urn:microsoft.com/office/officeart/2005/8/layout/vProcess5"/>
    <dgm:cxn modelId="{D25A7FE6-34B5-4662-B0D1-596EF4AE6DCF}" type="presOf" srcId="{920EDEB0-DF1C-47BA-AC38-640C7404559C}" destId="{6EA0EF7B-CE08-42B7-A18F-8F233CF847DA}" srcOrd="0" destOrd="0" presId="urn:microsoft.com/office/officeart/2005/8/layout/vProcess5"/>
    <dgm:cxn modelId="{B61ED6E6-543C-4518-939D-8451F595C856}" type="presOf" srcId="{6A51AC03-1FE2-431C-9CBE-2442C5638C74}" destId="{F0FB2389-EB30-4915-93A4-36AD3CEE4C96}" srcOrd="0" destOrd="0" presId="urn:microsoft.com/office/officeart/2005/8/layout/vProcess5"/>
    <dgm:cxn modelId="{BB7CE4E8-4523-4261-AF15-89AD42460668}" srcId="{3398A5C5-77D7-44F5-BC51-70D72F574FE2}" destId="{F9D36E2A-6D19-41FD-904D-EDC34C61D421}" srcOrd="0" destOrd="0" parTransId="{511C005C-9064-4931-8474-70676AEB8F6F}" sibTransId="{03198A79-E2F2-4D9F-95C3-52E5B42EF3BE}"/>
    <dgm:cxn modelId="{3DBC79DA-C477-4A17-9229-5A345935DCF6}" type="presParOf" srcId="{C13EACD0-C62E-497A-A20A-B7F2F0C233C9}" destId="{F9F994A0-60F5-4235-9218-A4CD5F4DC684}" srcOrd="0" destOrd="0" presId="urn:microsoft.com/office/officeart/2005/8/layout/vProcess5"/>
    <dgm:cxn modelId="{870CEA35-5FEA-4AD8-B3E8-CEE715134FAC}" type="presParOf" srcId="{C13EACD0-C62E-497A-A20A-B7F2F0C233C9}" destId="{B84D5717-BBE5-4C81-98A5-64B5CCF33F54}" srcOrd="1" destOrd="0" presId="urn:microsoft.com/office/officeart/2005/8/layout/vProcess5"/>
    <dgm:cxn modelId="{7D0D4BFE-CBBA-45F9-9DD6-25270EE7C0A5}" type="presParOf" srcId="{C13EACD0-C62E-497A-A20A-B7F2F0C233C9}" destId="{F0FB2389-EB30-4915-93A4-36AD3CEE4C96}" srcOrd="2" destOrd="0" presId="urn:microsoft.com/office/officeart/2005/8/layout/vProcess5"/>
    <dgm:cxn modelId="{851AEA2A-8589-4512-BA33-24E88E25C447}" type="presParOf" srcId="{C13EACD0-C62E-497A-A20A-B7F2F0C233C9}" destId="{402E541F-E6A6-465E-B6D4-82EE213EBD70}" srcOrd="3" destOrd="0" presId="urn:microsoft.com/office/officeart/2005/8/layout/vProcess5"/>
    <dgm:cxn modelId="{46157C4A-87EE-4E69-9FE5-B99C52ABB2B2}" type="presParOf" srcId="{C13EACD0-C62E-497A-A20A-B7F2F0C233C9}" destId="{10A24AA2-1947-48F6-9B71-A20A54345F38}" srcOrd="4" destOrd="0" presId="urn:microsoft.com/office/officeart/2005/8/layout/vProcess5"/>
    <dgm:cxn modelId="{6316B48E-54D0-4295-A240-6EA213ED5BCD}" type="presParOf" srcId="{C13EACD0-C62E-497A-A20A-B7F2F0C233C9}" destId="{CA99B435-BC0D-4AD4-A0C8-D29B064EA4A9}" srcOrd="5" destOrd="0" presId="urn:microsoft.com/office/officeart/2005/8/layout/vProcess5"/>
    <dgm:cxn modelId="{95903C0B-6955-4616-8EC1-C560DF024CB5}" type="presParOf" srcId="{C13EACD0-C62E-497A-A20A-B7F2F0C233C9}" destId="{6EA0EF7B-CE08-42B7-A18F-8F233CF847DA}" srcOrd="6" destOrd="0" presId="urn:microsoft.com/office/officeart/2005/8/layout/vProcess5"/>
    <dgm:cxn modelId="{99CA3EBE-E924-4EB3-862E-F24F3B33EBA4}" type="presParOf" srcId="{C13EACD0-C62E-497A-A20A-B7F2F0C233C9}" destId="{532A33AF-A46E-44FA-8748-0BB4AFF4212C}" srcOrd="7" destOrd="0" presId="urn:microsoft.com/office/officeart/2005/8/layout/vProcess5"/>
    <dgm:cxn modelId="{D64208E7-DE21-44B8-947E-630AA0842484}" type="presParOf" srcId="{C13EACD0-C62E-497A-A20A-B7F2F0C233C9}" destId="{78581E53-9D81-4ECF-9514-71F44FCDF94B}" srcOrd="8" destOrd="0" presId="urn:microsoft.com/office/officeart/2005/8/layout/vProcess5"/>
    <dgm:cxn modelId="{4DB9F2F0-AD76-40DF-BD3B-B5E2F0822163}" type="presParOf" srcId="{C13EACD0-C62E-497A-A20A-B7F2F0C233C9}" destId="{BB2C9032-04E2-4533-93E3-54C03CF33CB8}" srcOrd="9" destOrd="0" presId="urn:microsoft.com/office/officeart/2005/8/layout/vProcess5"/>
    <dgm:cxn modelId="{C244101C-52E6-4F03-B56C-2E341489D6D8}" type="presParOf" srcId="{C13EACD0-C62E-497A-A20A-B7F2F0C233C9}" destId="{3D42F5DD-1212-4A1E-AE82-E59063ADF7B3}" srcOrd="10" destOrd="0" presId="urn:microsoft.com/office/officeart/2005/8/layout/vProcess5"/>
    <dgm:cxn modelId="{C9A7CB85-F38A-46CB-9783-54549AFBC480}" type="presParOf" srcId="{C13EACD0-C62E-497A-A20A-B7F2F0C233C9}" destId="{5E11EF4E-A734-43A9-BE66-B67A53086C2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E75507-8C05-4F9F-856B-1CC5E315C9E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8520C8D-DC98-41D3-B4DD-DED3C0356438}">
      <dgm:prSet/>
      <dgm:spPr/>
      <dgm:t>
        <a:bodyPr/>
        <a:lstStyle/>
        <a:p>
          <a:r>
            <a:rPr lang="es-ES" b="1" dirty="0">
              <a:solidFill>
                <a:schemeClr val="tx2"/>
              </a:solidFill>
            </a:rPr>
            <a:t>Diseñar metas SMART a partir de resultados CRECE.</a:t>
          </a:r>
          <a:endParaRPr lang="en-US" b="1" dirty="0">
            <a:solidFill>
              <a:schemeClr val="tx2"/>
            </a:solidFill>
          </a:endParaRPr>
        </a:p>
      </dgm:t>
    </dgm:pt>
    <dgm:pt modelId="{D65A8342-7A89-47C8-BD79-AC65FBBBBFA4}" type="parTrans" cxnId="{E1D0A3ED-55B9-4DBE-B173-A8FDDE27A418}">
      <dgm:prSet/>
      <dgm:spPr/>
      <dgm:t>
        <a:bodyPr/>
        <a:lstStyle/>
        <a:p>
          <a:endParaRPr lang="en-US"/>
        </a:p>
      </dgm:t>
    </dgm:pt>
    <dgm:pt modelId="{5B0C9C07-42BD-410C-9E2A-E016B4F8C44D}" type="sibTrans" cxnId="{E1D0A3ED-55B9-4DBE-B173-A8FDDE27A418}">
      <dgm:prSet/>
      <dgm:spPr/>
      <dgm:t>
        <a:bodyPr/>
        <a:lstStyle/>
        <a:p>
          <a:endParaRPr lang="en-US"/>
        </a:p>
      </dgm:t>
    </dgm:pt>
    <dgm:pt modelId="{6257B570-9658-4373-97F9-ECB76259318B}">
      <dgm:prSet/>
      <dgm:spPr/>
      <dgm:t>
        <a:bodyPr/>
        <a:lstStyle/>
        <a:p>
          <a:r>
            <a:rPr lang="es-ES" b="1" dirty="0">
              <a:solidFill>
                <a:schemeClr val="tx2"/>
              </a:solidFill>
            </a:rPr>
            <a:t>• Analizar la realidad escolar con datos de asistencia y rendimiento.</a:t>
          </a:r>
          <a:endParaRPr lang="en-US" b="1" dirty="0">
            <a:solidFill>
              <a:schemeClr val="tx2"/>
            </a:solidFill>
          </a:endParaRPr>
        </a:p>
      </dgm:t>
    </dgm:pt>
    <dgm:pt modelId="{44608322-A5BE-4E5E-8549-BCE22258F9F1}" type="parTrans" cxnId="{56C93056-94C9-4F73-BA40-5F789420D66A}">
      <dgm:prSet/>
      <dgm:spPr/>
      <dgm:t>
        <a:bodyPr/>
        <a:lstStyle/>
        <a:p>
          <a:endParaRPr lang="en-US"/>
        </a:p>
      </dgm:t>
    </dgm:pt>
    <dgm:pt modelId="{A3CD1FC6-D640-4759-95B0-100919A3CAF5}" type="sibTrans" cxnId="{56C93056-94C9-4F73-BA40-5F789420D66A}">
      <dgm:prSet/>
      <dgm:spPr/>
      <dgm:t>
        <a:bodyPr/>
        <a:lstStyle/>
        <a:p>
          <a:endParaRPr lang="en-US"/>
        </a:p>
      </dgm:t>
    </dgm:pt>
    <dgm:pt modelId="{7F086FE5-8BE3-4471-80A4-854DC893D790}">
      <dgm:prSet/>
      <dgm:spPr/>
      <dgm:t>
        <a:bodyPr/>
        <a:lstStyle/>
        <a:p>
          <a:r>
            <a:rPr lang="es-ES" b="1" dirty="0">
              <a:solidFill>
                <a:schemeClr val="tx2"/>
              </a:solidFill>
            </a:rPr>
            <a:t>• Generar opciones de mejora colaborativa.</a:t>
          </a:r>
          <a:endParaRPr lang="en-US" b="1" dirty="0">
            <a:solidFill>
              <a:schemeClr val="tx2"/>
            </a:solidFill>
          </a:endParaRPr>
        </a:p>
      </dgm:t>
    </dgm:pt>
    <dgm:pt modelId="{301F1C40-CFC5-4671-A4F3-E10BAEF4C762}" type="parTrans" cxnId="{12556B13-E2E9-49F3-8F56-D03A4751441B}">
      <dgm:prSet/>
      <dgm:spPr/>
      <dgm:t>
        <a:bodyPr/>
        <a:lstStyle/>
        <a:p>
          <a:endParaRPr lang="en-US"/>
        </a:p>
      </dgm:t>
    </dgm:pt>
    <dgm:pt modelId="{176F35DA-AC35-40EC-8BEC-8DC5E3E4D6B7}" type="sibTrans" cxnId="{12556B13-E2E9-49F3-8F56-D03A4751441B}">
      <dgm:prSet/>
      <dgm:spPr/>
      <dgm:t>
        <a:bodyPr/>
        <a:lstStyle/>
        <a:p>
          <a:endParaRPr lang="en-US"/>
        </a:p>
      </dgm:t>
    </dgm:pt>
    <dgm:pt modelId="{F79284C5-140F-497C-902F-8724E6126C38}">
      <dgm:prSet/>
      <dgm:spPr/>
      <dgm:t>
        <a:bodyPr/>
        <a:lstStyle/>
        <a:p>
          <a:r>
            <a:rPr lang="es-ES" dirty="0"/>
            <a:t>• </a:t>
          </a:r>
          <a:r>
            <a:rPr lang="es-ES" b="1" dirty="0">
              <a:solidFill>
                <a:schemeClr val="tx2"/>
              </a:solidFill>
            </a:rPr>
            <a:t>Elaborar un plan de acción concreto con fechas y responsables</a:t>
          </a:r>
          <a:r>
            <a:rPr lang="es-ES" dirty="0"/>
            <a:t>.</a:t>
          </a:r>
          <a:endParaRPr lang="en-US" dirty="0"/>
        </a:p>
      </dgm:t>
    </dgm:pt>
    <dgm:pt modelId="{EFAFC780-5818-47B9-8AF4-3B4060C19EAC}" type="parTrans" cxnId="{07039FAC-3BCD-4121-B210-2AF7920F05FB}">
      <dgm:prSet/>
      <dgm:spPr/>
      <dgm:t>
        <a:bodyPr/>
        <a:lstStyle/>
        <a:p>
          <a:endParaRPr lang="en-US"/>
        </a:p>
      </dgm:t>
    </dgm:pt>
    <dgm:pt modelId="{4B4F4047-D82B-4BB0-8231-636EE814A178}" type="sibTrans" cxnId="{07039FAC-3BCD-4121-B210-2AF7920F05FB}">
      <dgm:prSet/>
      <dgm:spPr/>
      <dgm:t>
        <a:bodyPr/>
        <a:lstStyle/>
        <a:p>
          <a:endParaRPr lang="en-US"/>
        </a:p>
      </dgm:t>
    </dgm:pt>
    <dgm:pt modelId="{F1BB87CC-6441-41AE-80B6-0FE9AF007C67}" type="pres">
      <dgm:prSet presAssocID="{27E75507-8C05-4F9F-856B-1CC5E315C9E3}" presName="vert0" presStyleCnt="0">
        <dgm:presLayoutVars>
          <dgm:dir/>
          <dgm:animOne val="branch"/>
          <dgm:animLvl val="lvl"/>
        </dgm:presLayoutVars>
      </dgm:prSet>
      <dgm:spPr/>
    </dgm:pt>
    <dgm:pt modelId="{394A5C13-FB30-4A8A-A046-9E371EA5B563}" type="pres">
      <dgm:prSet presAssocID="{48520C8D-DC98-41D3-B4DD-DED3C0356438}" presName="thickLine" presStyleLbl="alignNode1" presStyleIdx="0" presStyleCnt="4"/>
      <dgm:spPr/>
    </dgm:pt>
    <dgm:pt modelId="{347F2FC7-4EBE-4A5D-9781-FFC82C5BADBE}" type="pres">
      <dgm:prSet presAssocID="{48520C8D-DC98-41D3-B4DD-DED3C0356438}" presName="horz1" presStyleCnt="0"/>
      <dgm:spPr/>
    </dgm:pt>
    <dgm:pt modelId="{DF44E672-BD1B-4908-8533-D8088A1E46CA}" type="pres">
      <dgm:prSet presAssocID="{48520C8D-DC98-41D3-B4DD-DED3C0356438}" presName="tx1" presStyleLbl="revTx" presStyleIdx="0" presStyleCnt="4"/>
      <dgm:spPr/>
    </dgm:pt>
    <dgm:pt modelId="{6A3D2E73-F067-4277-9266-56D5E2DD4FD9}" type="pres">
      <dgm:prSet presAssocID="{48520C8D-DC98-41D3-B4DD-DED3C0356438}" presName="vert1" presStyleCnt="0"/>
      <dgm:spPr/>
    </dgm:pt>
    <dgm:pt modelId="{2A87928F-E1FD-4C13-834C-A9360419AF82}" type="pres">
      <dgm:prSet presAssocID="{6257B570-9658-4373-97F9-ECB76259318B}" presName="thickLine" presStyleLbl="alignNode1" presStyleIdx="1" presStyleCnt="4"/>
      <dgm:spPr/>
    </dgm:pt>
    <dgm:pt modelId="{6060E3F5-64F3-4030-8CBA-74F6B81A2043}" type="pres">
      <dgm:prSet presAssocID="{6257B570-9658-4373-97F9-ECB76259318B}" presName="horz1" presStyleCnt="0"/>
      <dgm:spPr/>
    </dgm:pt>
    <dgm:pt modelId="{35424E26-CA6F-4B4D-A381-9BF56BD20C69}" type="pres">
      <dgm:prSet presAssocID="{6257B570-9658-4373-97F9-ECB76259318B}" presName="tx1" presStyleLbl="revTx" presStyleIdx="1" presStyleCnt="4"/>
      <dgm:spPr/>
    </dgm:pt>
    <dgm:pt modelId="{B1E15BB3-85C1-4F2D-ACF9-EC5EC4BCF97D}" type="pres">
      <dgm:prSet presAssocID="{6257B570-9658-4373-97F9-ECB76259318B}" presName="vert1" presStyleCnt="0"/>
      <dgm:spPr/>
    </dgm:pt>
    <dgm:pt modelId="{B3614697-D163-4B83-8C16-65741372ADA0}" type="pres">
      <dgm:prSet presAssocID="{7F086FE5-8BE3-4471-80A4-854DC893D790}" presName="thickLine" presStyleLbl="alignNode1" presStyleIdx="2" presStyleCnt="4"/>
      <dgm:spPr/>
    </dgm:pt>
    <dgm:pt modelId="{FB264150-68DF-48C3-B32A-FFFBD2674FE6}" type="pres">
      <dgm:prSet presAssocID="{7F086FE5-8BE3-4471-80A4-854DC893D790}" presName="horz1" presStyleCnt="0"/>
      <dgm:spPr/>
    </dgm:pt>
    <dgm:pt modelId="{62E637F6-74D1-406D-902B-4AC3F1808DD9}" type="pres">
      <dgm:prSet presAssocID="{7F086FE5-8BE3-4471-80A4-854DC893D790}" presName="tx1" presStyleLbl="revTx" presStyleIdx="2" presStyleCnt="4"/>
      <dgm:spPr/>
    </dgm:pt>
    <dgm:pt modelId="{2D6E29A8-1146-4123-9A35-2B235BA4B858}" type="pres">
      <dgm:prSet presAssocID="{7F086FE5-8BE3-4471-80A4-854DC893D790}" presName="vert1" presStyleCnt="0"/>
      <dgm:spPr/>
    </dgm:pt>
    <dgm:pt modelId="{0D23BEFF-A2A0-4AD5-AA5F-DBFA3E45C06C}" type="pres">
      <dgm:prSet presAssocID="{F79284C5-140F-497C-902F-8724E6126C38}" presName="thickLine" presStyleLbl="alignNode1" presStyleIdx="3" presStyleCnt="4"/>
      <dgm:spPr/>
    </dgm:pt>
    <dgm:pt modelId="{FCF75858-F827-41C5-81FC-A3C6FB24D5CF}" type="pres">
      <dgm:prSet presAssocID="{F79284C5-140F-497C-902F-8724E6126C38}" presName="horz1" presStyleCnt="0"/>
      <dgm:spPr/>
    </dgm:pt>
    <dgm:pt modelId="{C75613E9-8BE2-40D7-A302-5601D69BE2E3}" type="pres">
      <dgm:prSet presAssocID="{F79284C5-140F-497C-902F-8724E6126C38}" presName="tx1" presStyleLbl="revTx" presStyleIdx="3" presStyleCnt="4"/>
      <dgm:spPr/>
    </dgm:pt>
    <dgm:pt modelId="{B7F0293C-0D74-4B25-A7E7-42AF5D71CA04}" type="pres">
      <dgm:prSet presAssocID="{F79284C5-140F-497C-902F-8724E6126C38}" presName="vert1" presStyleCnt="0"/>
      <dgm:spPr/>
    </dgm:pt>
  </dgm:ptLst>
  <dgm:cxnLst>
    <dgm:cxn modelId="{12556B13-E2E9-49F3-8F56-D03A4751441B}" srcId="{27E75507-8C05-4F9F-856B-1CC5E315C9E3}" destId="{7F086FE5-8BE3-4471-80A4-854DC893D790}" srcOrd="2" destOrd="0" parTransId="{301F1C40-CFC5-4671-A4F3-E10BAEF4C762}" sibTransId="{176F35DA-AC35-40EC-8BEC-8DC5E3E4D6B7}"/>
    <dgm:cxn modelId="{5FE1AE26-3D07-46DA-89B2-B353E578B4DD}" type="presOf" srcId="{F79284C5-140F-497C-902F-8724E6126C38}" destId="{C75613E9-8BE2-40D7-A302-5601D69BE2E3}" srcOrd="0" destOrd="0" presId="urn:microsoft.com/office/officeart/2008/layout/LinedList"/>
    <dgm:cxn modelId="{56C93056-94C9-4F73-BA40-5F789420D66A}" srcId="{27E75507-8C05-4F9F-856B-1CC5E315C9E3}" destId="{6257B570-9658-4373-97F9-ECB76259318B}" srcOrd="1" destOrd="0" parTransId="{44608322-A5BE-4E5E-8549-BCE22258F9F1}" sibTransId="{A3CD1FC6-D640-4759-95B0-100919A3CAF5}"/>
    <dgm:cxn modelId="{16E61684-DFD1-479A-8B70-F70C18095335}" type="presOf" srcId="{6257B570-9658-4373-97F9-ECB76259318B}" destId="{35424E26-CA6F-4B4D-A381-9BF56BD20C69}" srcOrd="0" destOrd="0" presId="urn:microsoft.com/office/officeart/2008/layout/LinedList"/>
    <dgm:cxn modelId="{27EFDC89-8FC3-460C-9558-6713F1157F06}" type="presOf" srcId="{48520C8D-DC98-41D3-B4DD-DED3C0356438}" destId="{DF44E672-BD1B-4908-8533-D8088A1E46CA}" srcOrd="0" destOrd="0" presId="urn:microsoft.com/office/officeart/2008/layout/LinedList"/>
    <dgm:cxn modelId="{107FAFA0-E225-4D64-BE8D-6C090F1C3646}" type="presOf" srcId="{7F086FE5-8BE3-4471-80A4-854DC893D790}" destId="{62E637F6-74D1-406D-902B-4AC3F1808DD9}" srcOrd="0" destOrd="0" presId="urn:microsoft.com/office/officeart/2008/layout/LinedList"/>
    <dgm:cxn modelId="{0B821BA4-9F7A-48BE-AEA5-16773B51C125}" type="presOf" srcId="{27E75507-8C05-4F9F-856B-1CC5E315C9E3}" destId="{F1BB87CC-6441-41AE-80B6-0FE9AF007C67}" srcOrd="0" destOrd="0" presId="urn:microsoft.com/office/officeart/2008/layout/LinedList"/>
    <dgm:cxn modelId="{07039FAC-3BCD-4121-B210-2AF7920F05FB}" srcId="{27E75507-8C05-4F9F-856B-1CC5E315C9E3}" destId="{F79284C5-140F-497C-902F-8724E6126C38}" srcOrd="3" destOrd="0" parTransId="{EFAFC780-5818-47B9-8AF4-3B4060C19EAC}" sibTransId="{4B4F4047-D82B-4BB0-8231-636EE814A178}"/>
    <dgm:cxn modelId="{E1D0A3ED-55B9-4DBE-B173-A8FDDE27A418}" srcId="{27E75507-8C05-4F9F-856B-1CC5E315C9E3}" destId="{48520C8D-DC98-41D3-B4DD-DED3C0356438}" srcOrd="0" destOrd="0" parTransId="{D65A8342-7A89-47C8-BD79-AC65FBBBBFA4}" sibTransId="{5B0C9C07-42BD-410C-9E2A-E016B4F8C44D}"/>
    <dgm:cxn modelId="{CEA3F7C5-AF4A-4501-AFE7-9F5C95FF5DB9}" type="presParOf" srcId="{F1BB87CC-6441-41AE-80B6-0FE9AF007C67}" destId="{394A5C13-FB30-4A8A-A046-9E371EA5B563}" srcOrd="0" destOrd="0" presId="urn:microsoft.com/office/officeart/2008/layout/LinedList"/>
    <dgm:cxn modelId="{89AAB7B3-6862-47EA-B050-32510011CA39}" type="presParOf" srcId="{F1BB87CC-6441-41AE-80B6-0FE9AF007C67}" destId="{347F2FC7-4EBE-4A5D-9781-FFC82C5BADBE}" srcOrd="1" destOrd="0" presId="urn:microsoft.com/office/officeart/2008/layout/LinedList"/>
    <dgm:cxn modelId="{CF2AF441-C32A-4866-AEA5-00BB5EF1A4F7}" type="presParOf" srcId="{347F2FC7-4EBE-4A5D-9781-FFC82C5BADBE}" destId="{DF44E672-BD1B-4908-8533-D8088A1E46CA}" srcOrd="0" destOrd="0" presId="urn:microsoft.com/office/officeart/2008/layout/LinedList"/>
    <dgm:cxn modelId="{ACEA1358-3BB0-4C62-B2AF-01CDBFF2D313}" type="presParOf" srcId="{347F2FC7-4EBE-4A5D-9781-FFC82C5BADBE}" destId="{6A3D2E73-F067-4277-9266-56D5E2DD4FD9}" srcOrd="1" destOrd="0" presId="urn:microsoft.com/office/officeart/2008/layout/LinedList"/>
    <dgm:cxn modelId="{7FE9C2F7-E54C-4753-B4F3-25A7A3B93306}" type="presParOf" srcId="{F1BB87CC-6441-41AE-80B6-0FE9AF007C67}" destId="{2A87928F-E1FD-4C13-834C-A9360419AF82}" srcOrd="2" destOrd="0" presId="urn:microsoft.com/office/officeart/2008/layout/LinedList"/>
    <dgm:cxn modelId="{A0C98291-F86A-4269-8793-94153A7590EC}" type="presParOf" srcId="{F1BB87CC-6441-41AE-80B6-0FE9AF007C67}" destId="{6060E3F5-64F3-4030-8CBA-74F6B81A2043}" srcOrd="3" destOrd="0" presId="urn:microsoft.com/office/officeart/2008/layout/LinedList"/>
    <dgm:cxn modelId="{B8C5760A-95AE-4819-8EAA-DB0C0F29A8E6}" type="presParOf" srcId="{6060E3F5-64F3-4030-8CBA-74F6B81A2043}" destId="{35424E26-CA6F-4B4D-A381-9BF56BD20C69}" srcOrd="0" destOrd="0" presId="urn:microsoft.com/office/officeart/2008/layout/LinedList"/>
    <dgm:cxn modelId="{7E23FB1F-2DB4-4E08-83E8-1CC352B6A715}" type="presParOf" srcId="{6060E3F5-64F3-4030-8CBA-74F6B81A2043}" destId="{B1E15BB3-85C1-4F2D-ACF9-EC5EC4BCF97D}" srcOrd="1" destOrd="0" presId="urn:microsoft.com/office/officeart/2008/layout/LinedList"/>
    <dgm:cxn modelId="{E88411EA-0E08-4CA5-9A37-18881BD04DED}" type="presParOf" srcId="{F1BB87CC-6441-41AE-80B6-0FE9AF007C67}" destId="{B3614697-D163-4B83-8C16-65741372ADA0}" srcOrd="4" destOrd="0" presId="urn:microsoft.com/office/officeart/2008/layout/LinedList"/>
    <dgm:cxn modelId="{12FA164E-5621-4699-AF6B-1EF3496BC71A}" type="presParOf" srcId="{F1BB87CC-6441-41AE-80B6-0FE9AF007C67}" destId="{FB264150-68DF-48C3-B32A-FFFBD2674FE6}" srcOrd="5" destOrd="0" presId="urn:microsoft.com/office/officeart/2008/layout/LinedList"/>
    <dgm:cxn modelId="{008F00CF-4B9D-47A1-9AE7-01430EE9E6FA}" type="presParOf" srcId="{FB264150-68DF-48C3-B32A-FFFBD2674FE6}" destId="{62E637F6-74D1-406D-902B-4AC3F1808DD9}" srcOrd="0" destOrd="0" presId="urn:microsoft.com/office/officeart/2008/layout/LinedList"/>
    <dgm:cxn modelId="{79BF293E-7DD0-437C-8F79-368512131A55}" type="presParOf" srcId="{FB264150-68DF-48C3-B32A-FFFBD2674FE6}" destId="{2D6E29A8-1146-4123-9A35-2B235BA4B858}" srcOrd="1" destOrd="0" presId="urn:microsoft.com/office/officeart/2008/layout/LinedList"/>
    <dgm:cxn modelId="{E5439647-E24A-4DE9-83FC-CAE6642E7B58}" type="presParOf" srcId="{F1BB87CC-6441-41AE-80B6-0FE9AF007C67}" destId="{0D23BEFF-A2A0-4AD5-AA5F-DBFA3E45C06C}" srcOrd="6" destOrd="0" presId="urn:microsoft.com/office/officeart/2008/layout/LinedList"/>
    <dgm:cxn modelId="{0376BCD3-4B04-4334-81B9-B7012240FF5C}" type="presParOf" srcId="{F1BB87CC-6441-41AE-80B6-0FE9AF007C67}" destId="{FCF75858-F827-41C5-81FC-A3C6FB24D5CF}" srcOrd="7" destOrd="0" presId="urn:microsoft.com/office/officeart/2008/layout/LinedList"/>
    <dgm:cxn modelId="{C3822974-8AAD-499C-AFF0-8440C717D686}" type="presParOf" srcId="{FCF75858-F827-41C5-81FC-A3C6FB24D5CF}" destId="{C75613E9-8BE2-40D7-A302-5601D69BE2E3}" srcOrd="0" destOrd="0" presId="urn:microsoft.com/office/officeart/2008/layout/LinedList"/>
    <dgm:cxn modelId="{D61E5598-7B7D-4756-851C-6D681C63AA21}" type="presParOf" srcId="{FCF75858-F827-41C5-81FC-A3C6FB24D5CF}" destId="{B7F0293C-0D74-4B25-A7E7-42AF5D71CA0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E72A606-4F15-4221-AB65-1669F6D03E9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FB448D8-D05F-4CB8-9394-99759F6C797D}">
      <dgm:prSet/>
      <dgm:spPr/>
      <dgm:t>
        <a:bodyPr/>
        <a:lstStyle/>
        <a:p>
          <a:r>
            <a:rPr lang="es-ES"/>
            <a:t>Matemáticas: Aumentar un 10% el aprovechamiento en CRECE.</a:t>
          </a:r>
          <a:endParaRPr lang="en-US"/>
        </a:p>
      </dgm:t>
    </dgm:pt>
    <dgm:pt modelId="{8BF18D59-B580-4A77-A5E3-0463EEC77A7D}" type="parTrans" cxnId="{6E19B29C-9BD4-4E0A-932E-D17A76B40487}">
      <dgm:prSet/>
      <dgm:spPr/>
      <dgm:t>
        <a:bodyPr/>
        <a:lstStyle/>
        <a:p>
          <a:endParaRPr lang="en-US"/>
        </a:p>
      </dgm:t>
    </dgm:pt>
    <dgm:pt modelId="{C27A48D8-2A48-408D-AA4F-EE739D59AF39}" type="sibTrans" cxnId="{6E19B29C-9BD4-4E0A-932E-D17A76B40487}">
      <dgm:prSet/>
      <dgm:spPr/>
      <dgm:t>
        <a:bodyPr/>
        <a:lstStyle/>
        <a:p>
          <a:endParaRPr lang="en-US"/>
        </a:p>
      </dgm:t>
    </dgm:pt>
    <dgm:pt modelId="{0DDE5BFC-454C-4324-8AC0-A64E48CE62B6}">
      <dgm:prSet/>
      <dgm:spPr/>
      <dgm:t>
        <a:bodyPr/>
        <a:lstStyle/>
        <a:p>
          <a:r>
            <a:rPr lang="es-ES"/>
            <a:t>Español: Mejorar comprensión lectora mediante metas progresivas.</a:t>
          </a:r>
          <a:endParaRPr lang="en-US"/>
        </a:p>
      </dgm:t>
    </dgm:pt>
    <dgm:pt modelId="{DCA81A39-D066-423B-87E0-B9130034A45F}" type="parTrans" cxnId="{D75644F1-774A-411A-AF27-C190C8B9E18B}">
      <dgm:prSet/>
      <dgm:spPr/>
      <dgm:t>
        <a:bodyPr/>
        <a:lstStyle/>
        <a:p>
          <a:endParaRPr lang="en-US"/>
        </a:p>
      </dgm:t>
    </dgm:pt>
    <dgm:pt modelId="{28B0840B-4DB0-437D-86C3-7182490A661D}" type="sibTrans" cxnId="{D75644F1-774A-411A-AF27-C190C8B9E18B}">
      <dgm:prSet/>
      <dgm:spPr/>
      <dgm:t>
        <a:bodyPr/>
        <a:lstStyle/>
        <a:p>
          <a:endParaRPr lang="en-US"/>
        </a:p>
      </dgm:t>
    </dgm:pt>
    <dgm:pt modelId="{E3EDD1B2-F014-4C8E-8080-3541CFBBAD8C}">
      <dgm:prSet/>
      <dgm:spPr/>
      <dgm:t>
        <a:bodyPr/>
        <a:lstStyle/>
        <a:p>
          <a:r>
            <a:rPr lang="es-ES"/>
            <a:t>Inglés: Incrementar uso de vocabulario académico en un 15%.</a:t>
          </a:r>
          <a:endParaRPr lang="en-US"/>
        </a:p>
      </dgm:t>
    </dgm:pt>
    <dgm:pt modelId="{163CA7ED-D71F-42D6-9E6B-E073389300BC}" type="parTrans" cxnId="{EB29644B-EC11-4872-B002-073E56DE4444}">
      <dgm:prSet/>
      <dgm:spPr/>
      <dgm:t>
        <a:bodyPr/>
        <a:lstStyle/>
        <a:p>
          <a:endParaRPr lang="en-US"/>
        </a:p>
      </dgm:t>
    </dgm:pt>
    <dgm:pt modelId="{7A0C206C-0D83-4AA5-9B80-49D8F38BE686}" type="sibTrans" cxnId="{EB29644B-EC11-4872-B002-073E56DE4444}">
      <dgm:prSet/>
      <dgm:spPr/>
      <dgm:t>
        <a:bodyPr/>
        <a:lstStyle/>
        <a:p>
          <a:endParaRPr lang="en-US"/>
        </a:p>
      </dgm:t>
    </dgm:pt>
    <dgm:pt modelId="{6C5FF45A-1DD7-46F1-B24C-E49C7E8B8B41}">
      <dgm:prSet/>
      <dgm:spPr/>
      <dgm:t>
        <a:bodyPr/>
        <a:lstStyle/>
        <a:p>
          <a:r>
            <a:rPr lang="es-ES"/>
            <a:t>Ciencia: Integrar proyectos prácticos basados en datos escolares.</a:t>
          </a:r>
          <a:endParaRPr lang="en-US"/>
        </a:p>
      </dgm:t>
    </dgm:pt>
    <dgm:pt modelId="{1D60C3A5-28DB-43BA-AC96-A9385577831C}" type="parTrans" cxnId="{999F5630-CB5C-410C-ABD7-DE4E06145526}">
      <dgm:prSet/>
      <dgm:spPr/>
      <dgm:t>
        <a:bodyPr/>
        <a:lstStyle/>
        <a:p>
          <a:endParaRPr lang="en-US"/>
        </a:p>
      </dgm:t>
    </dgm:pt>
    <dgm:pt modelId="{0210237F-3452-4113-9454-CCC622D4C51E}" type="sibTrans" cxnId="{999F5630-CB5C-410C-ABD7-DE4E06145526}">
      <dgm:prSet/>
      <dgm:spPr/>
      <dgm:t>
        <a:bodyPr/>
        <a:lstStyle/>
        <a:p>
          <a:endParaRPr lang="en-US"/>
        </a:p>
      </dgm:t>
    </dgm:pt>
    <dgm:pt modelId="{64C56983-7999-41F5-8D57-B5DC35C184D8}" type="pres">
      <dgm:prSet presAssocID="{3E72A606-4F15-4221-AB65-1669F6D03E90}" presName="linear" presStyleCnt="0">
        <dgm:presLayoutVars>
          <dgm:animLvl val="lvl"/>
          <dgm:resizeHandles val="exact"/>
        </dgm:presLayoutVars>
      </dgm:prSet>
      <dgm:spPr/>
    </dgm:pt>
    <dgm:pt modelId="{1AF485F8-5016-4D12-9BA0-C50732373DA7}" type="pres">
      <dgm:prSet presAssocID="{CFB448D8-D05F-4CB8-9394-99759F6C797D}" presName="parentText" presStyleLbl="node1" presStyleIdx="0" presStyleCnt="4">
        <dgm:presLayoutVars>
          <dgm:chMax val="0"/>
          <dgm:bulletEnabled val="1"/>
        </dgm:presLayoutVars>
      </dgm:prSet>
      <dgm:spPr/>
    </dgm:pt>
    <dgm:pt modelId="{9F4FD9FA-84CC-4F30-A93A-43394541AFD6}" type="pres">
      <dgm:prSet presAssocID="{C27A48D8-2A48-408D-AA4F-EE739D59AF39}" presName="spacer" presStyleCnt="0"/>
      <dgm:spPr/>
    </dgm:pt>
    <dgm:pt modelId="{536C25C6-BBA3-4EBD-AC6E-89A1046A38C1}" type="pres">
      <dgm:prSet presAssocID="{0DDE5BFC-454C-4324-8AC0-A64E48CE62B6}" presName="parentText" presStyleLbl="node1" presStyleIdx="1" presStyleCnt="4">
        <dgm:presLayoutVars>
          <dgm:chMax val="0"/>
          <dgm:bulletEnabled val="1"/>
        </dgm:presLayoutVars>
      </dgm:prSet>
      <dgm:spPr/>
    </dgm:pt>
    <dgm:pt modelId="{A6B1CB50-FEF3-4D64-B6AF-1B570768C8F8}" type="pres">
      <dgm:prSet presAssocID="{28B0840B-4DB0-437D-86C3-7182490A661D}" presName="spacer" presStyleCnt="0"/>
      <dgm:spPr/>
    </dgm:pt>
    <dgm:pt modelId="{ADC55C68-D0D5-4CF0-9B41-C1D810DF4DC4}" type="pres">
      <dgm:prSet presAssocID="{E3EDD1B2-F014-4C8E-8080-3541CFBBAD8C}" presName="parentText" presStyleLbl="node1" presStyleIdx="2" presStyleCnt="4">
        <dgm:presLayoutVars>
          <dgm:chMax val="0"/>
          <dgm:bulletEnabled val="1"/>
        </dgm:presLayoutVars>
      </dgm:prSet>
      <dgm:spPr/>
    </dgm:pt>
    <dgm:pt modelId="{53A3082F-9461-4593-BFC0-517C82263EC6}" type="pres">
      <dgm:prSet presAssocID="{7A0C206C-0D83-4AA5-9B80-49D8F38BE686}" presName="spacer" presStyleCnt="0"/>
      <dgm:spPr/>
    </dgm:pt>
    <dgm:pt modelId="{C4249742-B7CD-48A8-A34B-23B61278A3C5}" type="pres">
      <dgm:prSet presAssocID="{6C5FF45A-1DD7-46F1-B24C-E49C7E8B8B41}" presName="parentText" presStyleLbl="node1" presStyleIdx="3" presStyleCnt="4">
        <dgm:presLayoutVars>
          <dgm:chMax val="0"/>
          <dgm:bulletEnabled val="1"/>
        </dgm:presLayoutVars>
      </dgm:prSet>
      <dgm:spPr/>
    </dgm:pt>
  </dgm:ptLst>
  <dgm:cxnLst>
    <dgm:cxn modelId="{3C73852C-6699-434B-9C7C-A06E01DC5953}" type="presOf" srcId="{0DDE5BFC-454C-4324-8AC0-A64E48CE62B6}" destId="{536C25C6-BBA3-4EBD-AC6E-89A1046A38C1}" srcOrd="0" destOrd="0" presId="urn:microsoft.com/office/officeart/2005/8/layout/vList2"/>
    <dgm:cxn modelId="{999F5630-CB5C-410C-ABD7-DE4E06145526}" srcId="{3E72A606-4F15-4221-AB65-1669F6D03E90}" destId="{6C5FF45A-1DD7-46F1-B24C-E49C7E8B8B41}" srcOrd="3" destOrd="0" parTransId="{1D60C3A5-28DB-43BA-AC96-A9385577831C}" sibTransId="{0210237F-3452-4113-9454-CCC622D4C51E}"/>
    <dgm:cxn modelId="{EB29644B-EC11-4872-B002-073E56DE4444}" srcId="{3E72A606-4F15-4221-AB65-1669F6D03E90}" destId="{E3EDD1B2-F014-4C8E-8080-3541CFBBAD8C}" srcOrd="2" destOrd="0" parTransId="{163CA7ED-D71F-42D6-9E6B-E073389300BC}" sibTransId="{7A0C206C-0D83-4AA5-9B80-49D8F38BE686}"/>
    <dgm:cxn modelId="{9FD2596B-F1BA-4AB8-8DA4-1F323384BB0C}" type="presOf" srcId="{3E72A606-4F15-4221-AB65-1669F6D03E90}" destId="{64C56983-7999-41F5-8D57-B5DC35C184D8}" srcOrd="0" destOrd="0" presId="urn:microsoft.com/office/officeart/2005/8/layout/vList2"/>
    <dgm:cxn modelId="{1D72C97D-AB48-4E9D-BEEB-D9B4BD310761}" type="presOf" srcId="{6C5FF45A-1DD7-46F1-B24C-E49C7E8B8B41}" destId="{C4249742-B7CD-48A8-A34B-23B61278A3C5}" srcOrd="0" destOrd="0" presId="urn:microsoft.com/office/officeart/2005/8/layout/vList2"/>
    <dgm:cxn modelId="{A9789D9C-64C9-44BE-AC49-63E056904225}" type="presOf" srcId="{CFB448D8-D05F-4CB8-9394-99759F6C797D}" destId="{1AF485F8-5016-4D12-9BA0-C50732373DA7}" srcOrd="0" destOrd="0" presId="urn:microsoft.com/office/officeart/2005/8/layout/vList2"/>
    <dgm:cxn modelId="{6E19B29C-9BD4-4E0A-932E-D17A76B40487}" srcId="{3E72A606-4F15-4221-AB65-1669F6D03E90}" destId="{CFB448D8-D05F-4CB8-9394-99759F6C797D}" srcOrd="0" destOrd="0" parTransId="{8BF18D59-B580-4A77-A5E3-0463EEC77A7D}" sibTransId="{C27A48D8-2A48-408D-AA4F-EE739D59AF39}"/>
    <dgm:cxn modelId="{EDDDDBDF-0FC0-4197-96BC-917BF4937B8B}" type="presOf" srcId="{E3EDD1B2-F014-4C8E-8080-3541CFBBAD8C}" destId="{ADC55C68-D0D5-4CF0-9B41-C1D810DF4DC4}" srcOrd="0" destOrd="0" presId="urn:microsoft.com/office/officeart/2005/8/layout/vList2"/>
    <dgm:cxn modelId="{D75644F1-774A-411A-AF27-C190C8B9E18B}" srcId="{3E72A606-4F15-4221-AB65-1669F6D03E90}" destId="{0DDE5BFC-454C-4324-8AC0-A64E48CE62B6}" srcOrd="1" destOrd="0" parTransId="{DCA81A39-D066-423B-87E0-B9130034A45F}" sibTransId="{28B0840B-4DB0-437D-86C3-7182490A661D}"/>
    <dgm:cxn modelId="{D85292C4-A0E4-43A5-9909-8F54B0993295}" type="presParOf" srcId="{64C56983-7999-41F5-8D57-B5DC35C184D8}" destId="{1AF485F8-5016-4D12-9BA0-C50732373DA7}" srcOrd="0" destOrd="0" presId="urn:microsoft.com/office/officeart/2005/8/layout/vList2"/>
    <dgm:cxn modelId="{C01573F8-E782-4F0A-9F78-4691E0C0AC13}" type="presParOf" srcId="{64C56983-7999-41F5-8D57-B5DC35C184D8}" destId="{9F4FD9FA-84CC-4F30-A93A-43394541AFD6}" srcOrd="1" destOrd="0" presId="urn:microsoft.com/office/officeart/2005/8/layout/vList2"/>
    <dgm:cxn modelId="{BFB7961B-06AB-46DE-85D9-E408DB4499F7}" type="presParOf" srcId="{64C56983-7999-41F5-8D57-B5DC35C184D8}" destId="{536C25C6-BBA3-4EBD-AC6E-89A1046A38C1}" srcOrd="2" destOrd="0" presId="urn:microsoft.com/office/officeart/2005/8/layout/vList2"/>
    <dgm:cxn modelId="{BCE0CB54-59E7-4869-9567-4F6A5AC3AB55}" type="presParOf" srcId="{64C56983-7999-41F5-8D57-B5DC35C184D8}" destId="{A6B1CB50-FEF3-4D64-B6AF-1B570768C8F8}" srcOrd="3" destOrd="0" presId="urn:microsoft.com/office/officeart/2005/8/layout/vList2"/>
    <dgm:cxn modelId="{F11409F3-B886-4320-9B99-8654DE7C2355}" type="presParOf" srcId="{64C56983-7999-41F5-8D57-B5DC35C184D8}" destId="{ADC55C68-D0D5-4CF0-9B41-C1D810DF4DC4}" srcOrd="4" destOrd="0" presId="urn:microsoft.com/office/officeart/2005/8/layout/vList2"/>
    <dgm:cxn modelId="{751957D2-D43F-454B-BCB5-EF378AB72E24}" type="presParOf" srcId="{64C56983-7999-41F5-8D57-B5DC35C184D8}" destId="{53A3082F-9461-4593-BFC0-517C82263EC6}" srcOrd="5" destOrd="0" presId="urn:microsoft.com/office/officeart/2005/8/layout/vList2"/>
    <dgm:cxn modelId="{DFBC8490-D20B-4546-96C2-FA81580FB553}" type="presParOf" srcId="{64C56983-7999-41F5-8D57-B5DC35C184D8}" destId="{C4249742-B7CD-48A8-A34B-23B61278A3C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6ACEAB6-C8E9-4F12-B63D-F3CE49DA6017}"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US"/>
        </a:p>
      </dgm:t>
    </dgm:pt>
    <dgm:pt modelId="{8EB4FBC3-9F2B-48F1-AFFD-F2A671E8363C}">
      <dgm:prSet custT="1"/>
      <dgm:spPr/>
      <dgm:t>
        <a:bodyPr/>
        <a:lstStyle/>
        <a:p>
          <a:r>
            <a:rPr lang="es-ES" sz="3200" b="1" dirty="0">
              <a:solidFill>
                <a:schemeClr val="tx2"/>
              </a:solidFill>
            </a:rPr>
            <a:t>Criterios:</a:t>
          </a:r>
          <a:endParaRPr lang="en-US" sz="3200" b="1" dirty="0">
            <a:solidFill>
              <a:schemeClr val="tx2"/>
            </a:solidFill>
          </a:endParaRPr>
        </a:p>
      </dgm:t>
    </dgm:pt>
    <dgm:pt modelId="{FA7E5FE8-5D26-4C58-942E-B46BB3DAC381}" type="parTrans" cxnId="{CFF3F57B-4C80-43B5-BE42-A3E5402375CE}">
      <dgm:prSet/>
      <dgm:spPr/>
      <dgm:t>
        <a:bodyPr/>
        <a:lstStyle/>
        <a:p>
          <a:endParaRPr lang="en-US"/>
        </a:p>
      </dgm:t>
    </dgm:pt>
    <dgm:pt modelId="{D97177E9-9F48-4CD9-9EDE-98B275A808F7}" type="sibTrans" cxnId="{CFF3F57B-4C80-43B5-BE42-A3E5402375CE}">
      <dgm:prSet/>
      <dgm:spPr/>
      <dgm:t>
        <a:bodyPr/>
        <a:lstStyle/>
        <a:p>
          <a:endParaRPr lang="en-US"/>
        </a:p>
      </dgm:t>
    </dgm:pt>
    <dgm:pt modelId="{D56A451B-CF5F-4051-91F3-D975223B65A7}">
      <dgm:prSet custT="1"/>
      <dgm:spPr/>
      <dgm:t>
        <a:bodyPr/>
        <a:lstStyle/>
        <a:p>
          <a:r>
            <a:rPr lang="es-ES" sz="3200" b="1" dirty="0">
              <a:solidFill>
                <a:schemeClr val="tx2"/>
              </a:solidFill>
            </a:rPr>
            <a:t>Claridad de metas definidas.</a:t>
          </a:r>
          <a:endParaRPr lang="en-US" sz="3200" b="1" dirty="0">
            <a:solidFill>
              <a:schemeClr val="tx2"/>
            </a:solidFill>
          </a:endParaRPr>
        </a:p>
      </dgm:t>
    </dgm:pt>
    <dgm:pt modelId="{E15D8D3D-8906-43AE-8BB9-6BA15BE98C71}" type="parTrans" cxnId="{2C217612-E200-4CDA-ACC2-36A9F8751BFC}">
      <dgm:prSet/>
      <dgm:spPr/>
      <dgm:t>
        <a:bodyPr/>
        <a:lstStyle/>
        <a:p>
          <a:endParaRPr lang="en-US"/>
        </a:p>
      </dgm:t>
    </dgm:pt>
    <dgm:pt modelId="{2D872246-4142-49C9-AC7E-523BC12F7DFA}" type="sibTrans" cxnId="{2C217612-E200-4CDA-ACC2-36A9F8751BFC}">
      <dgm:prSet/>
      <dgm:spPr/>
      <dgm:t>
        <a:bodyPr/>
        <a:lstStyle/>
        <a:p>
          <a:endParaRPr lang="en-US"/>
        </a:p>
      </dgm:t>
    </dgm:pt>
    <dgm:pt modelId="{F679B1F4-8104-43FD-943A-E04C28B2D60A}">
      <dgm:prSet custT="1"/>
      <dgm:spPr/>
      <dgm:t>
        <a:bodyPr/>
        <a:lstStyle/>
        <a:p>
          <a:r>
            <a:rPr lang="es-ES" sz="3200" b="1" dirty="0">
              <a:solidFill>
                <a:schemeClr val="tx2"/>
              </a:solidFill>
            </a:rPr>
            <a:t>Pertinencia de los objetivos SMART.</a:t>
          </a:r>
          <a:endParaRPr lang="en-US" sz="3200" b="1" dirty="0">
            <a:solidFill>
              <a:schemeClr val="tx2"/>
            </a:solidFill>
          </a:endParaRPr>
        </a:p>
      </dgm:t>
    </dgm:pt>
    <dgm:pt modelId="{D35BEF34-EE1E-442C-AD7B-981F2D363FFF}" type="parTrans" cxnId="{2643D39E-ABB5-4CCB-BA68-58149069833F}">
      <dgm:prSet/>
      <dgm:spPr/>
      <dgm:t>
        <a:bodyPr/>
        <a:lstStyle/>
        <a:p>
          <a:endParaRPr lang="en-US"/>
        </a:p>
      </dgm:t>
    </dgm:pt>
    <dgm:pt modelId="{4CE0146B-E608-4BC0-92C2-FFB0F177BC64}" type="sibTrans" cxnId="{2643D39E-ABB5-4CCB-BA68-58149069833F}">
      <dgm:prSet/>
      <dgm:spPr/>
      <dgm:t>
        <a:bodyPr/>
        <a:lstStyle/>
        <a:p>
          <a:endParaRPr lang="en-US"/>
        </a:p>
      </dgm:t>
    </dgm:pt>
    <dgm:pt modelId="{C106A055-0784-49E0-A02A-CD7627809A9F}">
      <dgm:prSet custT="1"/>
      <dgm:spPr/>
      <dgm:t>
        <a:bodyPr/>
        <a:lstStyle/>
        <a:p>
          <a:r>
            <a:rPr lang="es-ES" sz="3200" b="1" dirty="0">
              <a:solidFill>
                <a:schemeClr val="tx2"/>
              </a:solidFill>
            </a:rPr>
            <a:t>Realismo en el análisis de la realidad.</a:t>
          </a:r>
          <a:endParaRPr lang="en-US" sz="3200" b="1" dirty="0">
            <a:solidFill>
              <a:schemeClr val="tx2"/>
            </a:solidFill>
          </a:endParaRPr>
        </a:p>
      </dgm:t>
    </dgm:pt>
    <dgm:pt modelId="{C12D5AE2-BA75-4663-B5AB-E377118267A5}" type="parTrans" cxnId="{7874C580-D51B-4830-8A19-2234C846AC03}">
      <dgm:prSet/>
      <dgm:spPr/>
      <dgm:t>
        <a:bodyPr/>
        <a:lstStyle/>
        <a:p>
          <a:endParaRPr lang="en-US"/>
        </a:p>
      </dgm:t>
    </dgm:pt>
    <dgm:pt modelId="{72786647-ECEF-4CBD-93E4-94F7F08B734E}" type="sibTrans" cxnId="{7874C580-D51B-4830-8A19-2234C846AC03}">
      <dgm:prSet/>
      <dgm:spPr/>
      <dgm:t>
        <a:bodyPr/>
        <a:lstStyle/>
        <a:p>
          <a:endParaRPr lang="en-US"/>
        </a:p>
      </dgm:t>
    </dgm:pt>
    <dgm:pt modelId="{1079A95F-B1B8-4948-9F06-0870A3BCE2C6}">
      <dgm:prSet custT="1"/>
      <dgm:spPr/>
      <dgm:t>
        <a:bodyPr/>
        <a:lstStyle/>
        <a:p>
          <a:r>
            <a:rPr lang="es-ES" sz="3200" b="1" dirty="0">
              <a:solidFill>
                <a:schemeClr val="tx2"/>
              </a:solidFill>
            </a:rPr>
            <a:t>Variedad y viabilidad de opciones.</a:t>
          </a:r>
          <a:endParaRPr lang="en-US" sz="3200" b="1" dirty="0">
            <a:solidFill>
              <a:schemeClr val="tx2"/>
            </a:solidFill>
          </a:endParaRPr>
        </a:p>
      </dgm:t>
    </dgm:pt>
    <dgm:pt modelId="{E4E3465D-21A0-4342-B8E4-8B9BC7F06D39}" type="parTrans" cxnId="{9D05C6B5-EEF4-4371-ADED-1D6EE347904C}">
      <dgm:prSet/>
      <dgm:spPr/>
      <dgm:t>
        <a:bodyPr/>
        <a:lstStyle/>
        <a:p>
          <a:endParaRPr lang="en-US"/>
        </a:p>
      </dgm:t>
    </dgm:pt>
    <dgm:pt modelId="{D0DC0FC4-A309-4727-84F0-A7C41F039982}" type="sibTrans" cxnId="{9D05C6B5-EEF4-4371-ADED-1D6EE347904C}">
      <dgm:prSet/>
      <dgm:spPr/>
      <dgm:t>
        <a:bodyPr/>
        <a:lstStyle/>
        <a:p>
          <a:endParaRPr lang="en-US"/>
        </a:p>
      </dgm:t>
    </dgm:pt>
    <dgm:pt modelId="{F4635A42-86DB-4467-806C-2754035306C5}">
      <dgm:prSet custT="1"/>
      <dgm:spPr/>
      <dgm:t>
        <a:bodyPr/>
        <a:lstStyle/>
        <a:p>
          <a:r>
            <a:rPr lang="es-ES" sz="3100" b="1" dirty="0">
              <a:solidFill>
                <a:schemeClr val="tx2"/>
              </a:solidFill>
            </a:rPr>
            <a:t>Plan de acción detallado con tiempos y responsables</a:t>
          </a:r>
          <a:r>
            <a:rPr lang="es-ES" sz="3100" dirty="0"/>
            <a:t>.</a:t>
          </a:r>
          <a:endParaRPr lang="en-US" sz="3100" dirty="0"/>
        </a:p>
      </dgm:t>
    </dgm:pt>
    <dgm:pt modelId="{BBBAB5D2-BC8C-46A6-BC89-2B085385B885}" type="parTrans" cxnId="{C84A1280-30C8-4B83-8705-3877955D7666}">
      <dgm:prSet/>
      <dgm:spPr/>
      <dgm:t>
        <a:bodyPr/>
        <a:lstStyle/>
        <a:p>
          <a:endParaRPr lang="en-US"/>
        </a:p>
      </dgm:t>
    </dgm:pt>
    <dgm:pt modelId="{D2F0A636-6BCF-40D9-A6CB-AA0CBC740EC4}" type="sibTrans" cxnId="{C84A1280-30C8-4B83-8705-3877955D7666}">
      <dgm:prSet/>
      <dgm:spPr/>
      <dgm:t>
        <a:bodyPr/>
        <a:lstStyle/>
        <a:p>
          <a:endParaRPr lang="en-US"/>
        </a:p>
      </dgm:t>
    </dgm:pt>
    <dgm:pt modelId="{E3DBF2FD-AD89-472D-A61A-CFB63E8F0730}">
      <dgm:prSet/>
      <dgm:spPr/>
      <dgm:t>
        <a:bodyPr/>
        <a:lstStyle/>
        <a:p>
          <a:r>
            <a:rPr lang="es-ES" b="1" dirty="0">
              <a:solidFill>
                <a:schemeClr val="tx2"/>
              </a:solidFill>
            </a:rPr>
            <a:t>Nivel de motivación y compromiso demostrado</a:t>
          </a:r>
          <a:r>
            <a:rPr lang="es-ES" dirty="0"/>
            <a:t>.</a:t>
          </a:r>
          <a:endParaRPr lang="en-US" dirty="0"/>
        </a:p>
      </dgm:t>
    </dgm:pt>
    <dgm:pt modelId="{82625AE2-0E3F-47FD-86E9-5CC6FA6F0575}" type="parTrans" cxnId="{7A89172D-6640-46B6-83F7-D7548B167111}">
      <dgm:prSet/>
      <dgm:spPr/>
      <dgm:t>
        <a:bodyPr/>
        <a:lstStyle/>
        <a:p>
          <a:endParaRPr lang="en-US"/>
        </a:p>
      </dgm:t>
    </dgm:pt>
    <dgm:pt modelId="{0EE4C50E-2B95-4C12-9B65-BDE6962FB08F}" type="sibTrans" cxnId="{7A89172D-6640-46B6-83F7-D7548B167111}">
      <dgm:prSet/>
      <dgm:spPr/>
      <dgm:t>
        <a:bodyPr/>
        <a:lstStyle/>
        <a:p>
          <a:endParaRPr lang="en-US"/>
        </a:p>
      </dgm:t>
    </dgm:pt>
    <dgm:pt modelId="{970A6C8C-0649-4DA5-9617-868CC9DB02D8}" type="pres">
      <dgm:prSet presAssocID="{36ACEAB6-C8E9-4F12-B63D-F3CE49DA6017}" presName="vert0" presStyleCnt="0">
        <dgm:presLayoutVars>
          <dgm:dir/>
          <dgm:animOne val="branch"/>
          <dgm:animLvl val="lvl"/>
        </dgm:presLayoutVars>
      </dgm:prSet>
      <dgm:spPr/>
    </dgm:pt>
    <dgm:pt modelId="{B155F027-8AC9-4E4F-A4BF-288262FBA537}" type="pres">
      <dgm:prSet presAssocID="{8EB4FBC3-9F2B-48F1-AFFD-F2A671E8363C}" presName="thickLine" presStyleLbl="alignNode1" presStyleIdx="0" presStyleCnt="7"/>
      <dgm:spPr/>
    </dgm:pt>
    <dgm:pt modelId="{34FF0A47-A079-4F87-858C-6F50D8622DD5}" type="pres">
      <dgm:prSet presAssocID="{8EB4FBC3-9F2B-48F1-AFFD-F2A671E8363C}" presName="horz1" presStyleCnt="0"/>
      <dgm:spPr/>
    </dgm:pt>
    <dgm:pt modelId="{49CF3CE4-E395-4B3B-888D-88149867953D}" type="pres">
      <dgm:prSet presAssocID="{8EB4FBC3-9F2B-48F1-AFFD-F2A671E8363C}" presName="tx1" presStyleLbl="revTx" presStyleIdx="0" presStyleCnt="7"/>
      <dgm:spPr/>
    </dgm:pt>
    <dgm:pt modelId="{972EF653-0EE0-4A32-B998-838BD2EB4C65}" type="pres">
      <dgm:prSet presAssocID="{8EB4FBC3-9F2B-48F1-AFFD-F2A671E8363C}" presName="vert1" presStyleCnt="0"/>
      <dgm:spPr/>
    </dgm:pt>
    <dgm:pt modelId="{A9ECB083-9DD9-497D-8895-4CAFDF9F21CE}" type="pres">
      <dgm:prSet presAssocID="{D56A451B-CF5F-4051-91F3-D975223B65A7}" presName="thickLine" presStyleLbl="alignNode1" presStyleIdx="1" presStyleCnt="7"/>
      <dgm:spPr/>
    </dgm:pt>
    <dgm:pt modelId="{36CA216F-AED0-46AF-A8EB-DEA91837E9CC}" type="pres">
      <dgm:prSet presAssocID="{D56A451B-CF5F-4051-91F3-D975223B65A7}" presName="horz1" presStyleCnt="0"/>
      <dgm:spPr/>
    </dgm:pt>
    <dgm:pt modelId="{77C79F4A-93A6-4B1A-8524-100C71C518F6}" type="pres">
      <dgm:prSet presAssocID="{D56A451B-CF5F-4051-91F3-D975223B65A7}" presName="tx1" presStyleLbl="revTx" presStyleIdx="1" presStyleCnt="7"/>
      <dgm:spPr/>
    </dgm:pt>
    <dgm:pt modelId="{37827F65-D858-4B3A-955F-9A8BA904A750}" type="pres">
      <dgm:prSet presAssocID="{D56A451B-CF5F-4051-91F3-D975223B65A7}" presName="vert1" presStyleCnt="0"/>
      <dgm:spPr/>
    </dgm:pt>
    <dgm:pt modelId="{79285DE3-F3E4-4E2A-85CC-C2D6C6610024}" type="pres">
      <dgm:prSet presAssocID="{F679B1F4-8104-43FD-943A-E04C28B2D60A}" presName="thickLine" presStyleLbl="alignNode1" presStyleIdx="2" presStyleCnt="7"/>
      <dgm:spPr/>
    </dgm:pt>
    <dgm:pt modelId="{6F039EBD-3897-48D1-A2E0-898FC39FE35D}" type="pres">
      <dgm:prSet presAssocID="{F679B1F4-8104-43FD-943A-E04C28B2D60A}" presName="horz1" presStyleCnt="0"/>
      <dgm:spPr/>
    </dgm:pt>
    <dgm:pt modelId="{A313F5D4-A02D-45EE-AA44-28212B0406F2}" type="pres">
      <dgm:prSet presAssocID="{F679B1F4-8104-43FD-943A-E04C28B2D60A}" presName="tx1" presStyleLbl="revTx" presStyleIdx="2" presStyleCnt="7"/>
      <dgm:spPr/>
    </dgm:pt>
    <dgm:pt modelId="{87F267B0-6F27-4DB4-BC60-C045BFBCEC80}" type="pres">
      <dgm:prSet presAssocID="{F679B1F4-8104-43FD-943A-E04C28B2D60A}" presName="vert1" presStyleCnt="0"/>
      <dgm:spPr/>
    </dgm:pt>
    <dgm:pt modelId="{91D5BF54-1AB6-4EAA-9CA1-D703A368C982}" type="pres">
      <dgm:prSet presAssocID="{C106A055-0784-49E0-A02A-CD7627809A9F}" presName="thickLine" presStyleLbl="alignNode1" presStyleIdx="3" presStyleCnt="7"/>
      <dgm:spPr/>
    </dgm:pt>
    <dgm:pt modelId="{024D43ED-0260-4DF3-ADC0-64C2AAE2CF6E}" type="pres">
      <dgm:prSet presAssocID="{C106A055-0784-49E0-A02A-CD7627809A9F}" presName="horz1" presStyleCnt="0"/>
      <dgm:spPr/>
    </dgm:pt>
    <dgm:pt modelId="{21FC7FA6-B7E1-4A50-A94C-3A80C7E638FC}" type="pres">
      <dgm:prSet presAssocID="{C106A055-0784-49E0-A02A-CD7627809A9F}" presName="tx1" presStyleLbl="revTx" presStyleIdx="3" presStyleCnt="7"/>
      <dgm:spPr/>
    </dgm:pt>
    <dgm:pt modelId="{3CF67BF6-691F-4BCC-9F0F-04220D212CF7}" type="pres">
      <dgm:prSet presAssocID="{C106A055-0784-49E0-A02A-CD7627809A9F}" presName="vert1" presStyleCnt="0"/>
      <dgm:spPr/>
    </dgm:pt>
    <dgm:pt modelId="{D485A39F-7CCB-4ED5-8BF2-BDD35C6FBFEB}" type="pres">
      <dgm:prSet presAssocID="{1079A95F-B1B8-4948-9F06-0870A3BCE2C6}" presName="thickLine" presStyleLbl="alignNode1" presStyleIdx="4" presStyleCnt="7"/>
      <dgm:spPr/>
    </dgm:pt>
    <dgm:pt modelId="{03DF7F58-9B1E-4790-A9B1-A420358515E5}" type="pres">
      <dgm:prSet presAssocID="{1079A95F-B1B8-4948-9F06-0870A3BCE2C6}" presName="horz1" presStyleCnt="0"/>
      <dgm:spPr/>
    </dgm:pt>
    <dgm:pt modelId="{AECF9B60-D934-49C1-9991-680A06D4366B}" type="pres">
      <dgm:prSet presAssocID="{1079A95F-B1B8-4948-9F06-0870A3BCE2C6}" presName="tx1" presStyleLbl="revTx" presStyleIdx="4" presStyleCnt="7"/>
      <dgm:spPr/>
    </dgm:pt>
    <dgm:pt modelId="{754449B1-99E0-4A74-99A6-CA8ED821F72F}" type="pres">
      <dgm:prSet presAssocID="{1079A95F-B1B8-4948-9F06-0870A3BCE2C6}" presName="vert1" presStyleCnt="0"/>
      <dgm:spPr/>
    </dgm:pt>
    <dgm:pt modelId="{EFDBB4C9-CA27-4FA9-85DF-2A1780C5E373}" type="pres">
      <dgm:prSet presAssocID="{F4635A42-86DB-4467-806C-2754035306C5}" presName="thickLine" presStyleLbl="alignNode1" presStyleIdx="5" presStyleCnt="7"/>
      <dgm:spPr/>
    </dgm:pt>
    <dgm:pt modelId="{E6AE4DD8-53A0-49DE-BBF0-34EA441F3B1A}" type="pres">
      <dgm:prSet presAssocID="{F4635A42-86DB-4467-806C-2754035306C5}" presName="horz1" presStyleCnt="0"/>
      <dgm:spPr/>
    </dgm:pt>
    <dgm:pt modelId="{0CE5E406-7C21-4C88-B4CF-FCACCB6F3F5C}" type="pres">
      <dgm:prSet presAssocID="{F4635A42-86DB-4467-806C-2754035306C5}" presName="tx1" presStyleLbl="revTx" presStyleIdx="5" presStyleCnt="7"/>
      <dgm:spPr/>
    </dgm:pt>
    <dgm:pt modelId="{13E8C94E-73B7-44E2-A04C-32E00B5843DC}" type="pres">
      <dgm:prSet presAssocID="{F4635A42-86DB-4467-806C-2754035306C5}" presName="vert1" presStyleCnt="0"/>
      <dgm:spPr/>
    </dgm:pt>
    <dgm:pt modelId="{444E7233-D762-4ED1-AB35-4CCA7DF24034}" type="pres">
      <dgm:prSet presAssocID="{E3DBF2FD-AD89-472D-A61A-CFB63E8F0730}" presName="thickLine" presStyleLbl="alignNode1" presStyleIdx="6" presStyleCnt="7"/>
      <dgm:spPr/>
    </dgm:pt>
    <dgm:pt modelId="{C06BC227-A29C-4CDC-ACC8-A5F9D51318DE}" type="pres">
      <dgm:prSet presAssocID="{E3DBF2FD-AD89-472D-A61A-CFB63E8F0730}" presName="horz1" presStyleCnt="0"/>
      <dgm:spPr/>
    </dgm:pt>
    <dgm:pt modelId="{22DC4955-18A8-4693-9480-73408534D664}" type="pres">
      <dgm:prSet presAssocID="{E3DBF2FD-AD89-472D-A61A-CFB63E8F0730}" presName="tx1" presStyleLbl="revTx" presStyleIdx="6" presStyleCnt="7"/>
      <dgm:spPr/>
    </dgm:pt>
    <dgm:pt modelId="{0490ED9D-A570-4EEE-B020-B2E9F30FAF4E}" type="pres">
      <dgm:prSet presAssocID="{E3DBF2FD-AD89-472D-A61A-CFB63E8F0730}" presName="vert1" presStyleCnt="0"/>
      <dgm:spPr/>
    </dgm:pt>
  </dgm:ptLst>
  <dgm:cxnLst>
    <dgm:cxn modelId="{2C217612-E200-4CDA-ACC2-36A9F8751BFC}" srcId="{36ACEAB6-C8E9-4F12-B63D-F3CE49DA6017}" destId="{D56A451B-CF5F-4051-91F3-D975223B65A7}" srcOrd="1" destOrd="0" parTransId="{E15D8D3D-8906-43AE-8BB9-6BA15BE98C71}" sibTransId="{2D872246-4142-49C9-AC7E-523BC12F7DFA}"/>
    <dgm:cxn modelId="{7A89172D-6640-46B6-83F7-D7548B167111}" srcId="{36ACEAB6-C8E9-4F12-B63D-F3CE49DA6017}" destId="{E3DBF2FD-AD89-472D-A61A-CFB63E8F0730}" srcOrd="6" destOrd="0" parTransId="{82625AE2-0E3F-47FD-86E9-5CC6FA6F0575}" sibTransId="{0EE4C50E-2B95-4C12-9B65-BDE6962FB08F}"/>
    <dgm:cxn modelId="{7A11B734-2A85-4E6D-A603-7009FEFE3261}" type="presOf" srcId="{D56A451B-CF5F-4051-91F3-D975223B65A7}" destId="{77C79F4A-93A6-4B1A-8524-100C71C518F6}" srcOrd="0" destOrd="0" presId="urn:microsoft.com/office/officeart/2008/layout/LinedList"/>
    <dgm:cxn modelId="{CFF3F57B-4C80-43B5-BE42-A3E5402375CE}" srcId="{36ACEAB6-C8E9-4F12-B63D-F3CE49DA6017}" destId="{8EB4FBC3-9F2B-48F1-AFFD-F2A671E8363C}" srcOrd="0" destOrd="0" parTransId="{FA7E5FE8-5D26-4C58-942E-B46BB3DAC381}" sibTransId="{D97177E9-9F48-4CD9-9EDE-98B275A808F7}"/>
    <dgm:cxn modelId="{C84A1280-30C8-4B83-8705-3877955D7666}" srcId="{36ACEAB6-C8E9-4F12-B63D-F3CE49DA6017}" destId="{F4635A42-86DB-4467-806C-2754035306C5}" srcOrd="5" destOrd="0" parTransId="{BBBAB5D2-BC8C-46A6-BC89-2B085385B885}" sibTransId="{D2F0A636-6BCF-40D9-A6CB-AA0CBC740EC4}"/>
    <dgm:cxn modelId="{7874C580-D51B-4830-8A19-2234C846AC03}" srcId="{36ACEAB6-C8E9-4F12-B63D-F3CE49DA6017}" destId="{C106A055-0784-49E0-A02A-CD7627809A9F}" srcOrd="3" destOrd="0" parTransId="{C12D5AE2-BA75-4663-B5AB-E377118267A5}" sibTransId="{72786647-ECEF-4CBD-93E4-94F7F08B734E}"/>
    <dgm:cxn modelId="{EEC00383-37D6-4097-AC56-EB7164A11D18}" type="presOf" srcId="{36ACEAB6-C8E9-4F12-B63D-F3CE49DA6017}" destId="{970A6C8C-0649-4DA5-9617-868CC9DB02D8}" srcOrd="0" destOrd="0" presId="urn:microsoft.com/office/officeart/2008/layout/LinedList"/>
    <dgm:cxn modelId="{BEE7B68A-C90B-4BBB-AFB0-A7048DE7DFFB}" type="presOf" srcId="{F679B1F4-8104-43FD-943A-E04C28B2D60A}" destId="{A313F5D4-A02D-45EE-AA44-28212B0406F2}" srcOrd="0" destOrd="0" presId="urn:microsoft.com/office/officeart/2008/layout/LinedList"/>
    <dgm:cxn modelId="{2643D39E-ABB5-4CCB-BA68-58149069833F}" srcId="{36ACEAB6-C8E9-4F12-B63D-F3CE49DA6017}" destId="{F679B1F4-8104-43FD-943A-E04C28B2D60A}" srcOrd="2" destOrd="0" parTransId="{D35BEF34-EE1E-442C-AD7B-981F2D363FFF}" sibTransId="{4CE0146B-E608-4BC0-92C2-FFB0F177BC64}"/>
    <dgm:cxn modelId="{A24B61A4-CADA-4AD9-A3C8-2198BDF563A2}" type="presOf" srcId="{C106A055-0784-49E0-A02A-CD7627809A9F}" destId="{21FC7FA6-B7E1-4A50-A94C-3A80C7E638FC}" srcOrd="0" destOrd="0" presId="urn:microsoft.com/office/officeart/2008/layout/LinedList"/>
    <dgm:cxn modelId="{ACFE9BAE-1A25-4982-8EBF-412C13D713B4}" type="presOf" srcId="{1079A95F-B1B8-4948-9F06-0870A3BCE2C6}" destId="{AECF9B60-D934-49C1-9991-680A06D4366B}" srcOrd="0" destOrd="0" presId="urn:microsoft.com/office/officeart/2008/layout/LinedList"/>
    <dgm:cxn modelId="{9D05C6B5-EEF4-4371-ADED-1D6EE347904C}" srcId="{36ACEAB6-C8E9-4F12-B63D-F3CE49DA6017}" destId="{1079A95F-B1B8-4948-9F06-0870A3BCE2C6}" srcOrd="4" destOrd="0" parTransId="{E4E3465D-21A0-4342-B8E4-8B9BC7F06D39}" sibTransId="{D0DC0FC4-A309-4727-84F0-A7C41F039982}"/>
    <dgm:cxn modelId="{257221E9-0F9C-45D4-A80F-781AD483CC4F}" type="presOf" srcId="{E3DBF2FD-AD89-472D-A61A-CFB63E8F0730}" destId="{22DC4955-18A8-4693-9480-73408534D664}" srcOrd="0" destOrd="0" presId="urn:microsoft.com/office/officeart/2008/layout/LinedList"/>
    <dgm:cxn modelId="{9D6F93FC-CE59-4359-8E47-19BF3AAEC465}" type="presOf" srcId="{8EB4FBC3-9F2B-48F1-AFFD-F2A671E8363C}" destId="{49CF3CE4-E395-4B3B-888D-88149867953D}" srcOrd="0" destOrd="0" presId="urn:microsoft.com/office/officeart/2008/layout/LinedList"/>
    <dgm:cxn modelId="{5094AAFD-768B-4987-95BE-BFAD2C65C715}" type="presOf" srcId="{F4635A42-86DB-4467-806C-2754035306C5}" destId="{0CE5E406-7C21-4C88-B4CF-FCACCB6F3F5C}" srcOrd="0" destOrd="0" presId="urn:microsoft.com/office/officeart/2008/layout/LinedList"/>
    <dgm:cxn modelId="{9BBE9B82-D4CF-412A-B2FD-8FA51AD7577E}" type="presParOf" srcId="{970A6C8C-0649-4DA5-9617-868CC9DB02D8}" destId="{B155F027-8AC9-4E4F-A4BF-288262FBA537}" srcOrd="0" destOrd="0" presId="urn:microsoft.com/office/officeart/2008/layout/LinedList"/>
    <dgm:cxn modelId="{6572E30F-077A-47FE-B654-34352B959330}" type="presParOf" srcId="{970A6C8C-0649-4DA5-9617-868CC9DB02D8}" destId="{34FF0A47-A079-4F87-858C-6F50D8622DD5}" srcOrd="1" destOrd="0" presId="urn:microsoft.com/office/officeart/2008/layout/LinedList"/>
    <dgm:cxn modelId="{B0AD9D4A-D541-4A05-B4FB-121B76C89082}" type="presParOf" srcId="{34FF0A47-A079-4F87-858C-6F50D8622DD5}" destId="{49CF3CE4-E395-4B3B-888D-88149867953D}" srcOrd="0" destOrd="0" presId="urn:microsoft.com/office/officeart/2008/layout/LinedList"/>
    <dgm:cxn modelId="{C92369EB-E35F-4FFE-AA28-BA8D4DBA7026}" type="presParOf" srcId="{34FF0A47-A079-4F87-858C-6F50D8622DD5}" destId="{972EF653-0EE0-4A32-B998-838BD2EB4C65}" srcOrd="1" destOrd="0" presId="urn:microsoft.com/office/officeart/2008/layout/LinedList"/>
    <dgm:cxn modelId="{6EDFADBB-CFFD-4458-965E-717726D4340B}" type="presParOf" srcId="{970A6C8C-0649-4DA5-9617-868CC9DB02D8}" destId="{A9ECB083-9DD9-497D-8895-4CAFDF9F21CE}" srcOrd="2" destOrd="0" presId="urn:microsoft.com/office/officeart/2008/layout/LinedList"/>
    <dgm:cxn modelId="{525FBBD2-2CA4-4B40-9C57-90E75A7FB747}" type="presParOf" srcId="{970A6C8C-0649-4DA5-9617-868CC9DB02D8}" destId="{36CA216F-AED0-46AF-A8EB-DEA91837E9CC}" srcOrd="3" destOrd="0" presId="urn:microsoft.com/office/officeart/2008/layout/LinedList"/>
    <dgm:cxn modelId="{5A5FB10E-EB86-44A9-9366-4EC0567BCE61}" type="presParOf" srcId="{36CA216F-AED0-46AF-A8EB-DEA91837E9CC}" destId="{77C79F4A-93A6-4B1A-8524-100C71C518F6}" srcOrd="0" destOrd="0" presId="urn:microsoft.com/office/officeart/2008/layout/LinedList"/>
    <dgm:cxn modelId="{0DB7D20E-705E-4EDD-ABAC-5482349AD956}" type="presParOf" srcId="{36CA216F-AED0-46AF-A8EB-DEA91837E9CC}" destId="{37827F65-D858-4B3A-955F-9A8BA904A750}" srcOrd="1" destOrd="0" presId="urn:microsoft.com/office/officeart/2008/layout/LinedList"/>
    <dgm:cxn modelId="{1FB19464-88C5-478B-A695-758F65949815}" type="presParOf" srcId="{970A6C8C-0649-4DA5-9617-868CC9DB02D8}" destId="{79285DE3-F3E4-4E2A-85CC-C2D6C6610024}" srcOrd="4" destOrd="0" presId="urn:microsoft.com/office/officeart/2008/layout/LinedList"/>
    <dgm:cxn modelId="{47FAC3CA-64E8-42FD-B406-9DDE5AA00423}" type="presParOf" srcId="{970A6C8C-0649-4DA5-9617-868CC9DB02D8}" destId="{6F039EBD-3897-48D1-A2E0-898FC39FE35D}" srcOrd="5" destOrd="0" presId="urn:microsoft.com/office/officeart/2008/layout/LinedList"/>
    <dgm:cxn modelId="{662786CC-4558-46C4-8A51-11483BB94F0F}" type="presParOf" srcId="{6F039EBD-3897-48D1-A2E0-898FC39FE35D}" destId="{A313F5D4-A02D-45EE-AA44-28212B0406F2}" srcOrd="0" destOrd="0" presId="urn:microsoft.com/office/officeart/2008/layout/LinedList"/>
    <dgm:cxn modelId="{DEB50913-ED10-4A01-80B3-728192D7455D}" type="presParOf" srcId="{6F039EBD-3897-48D1-A2E0-898FC39FE35D}" destId="{87F267B0-6F27-4DB4-BC60-C045BFBCEC80}" srcOrd="1" destOrd="0" presId="urn:microsoft.com/office/officeart/2008/layout/LinedList"/>
    <dgm:cxn modelId="{110F4397-7BF5-4A0F-B46D-DB65115ED0AB}" type="presParOf" srcId="{970A6C8C-0649-4DA5-9617-868CC9DB02D8}" destId="{91D5BF54-1AB6-4EAA-9CA1-D703A368C982}" srcOrd="6" destOrd="0" presId="urn:microsoft.com/office/officeart/2008/layout/LinedList"/>
    <dgm:cxn modelId="{104E16B1-3E04-40F2-9A52-BC12E3A63584}" type="presParOf" srcId="{970A6C8C-0649-4DA5-9617-868CC9DB02D8}" destId="{024D43ED-0260-4DF3-ADC0-64C2AAE2CF6E}" srcOrd="7" destOrd="0" presId="urn:microsoft.com/office/officeart/2008/layout/LinedList"/>
    <dgm:cxn modelId="{A66AD3E9-5CC7-418A-8617-73021B48D1D2}" type="presParOf" srcId="{024D43ED-0260-4DF3-ADC0-64C2AAE2CF6E}" destId="{21FC7FA6-B7E1-4A50-A94C-3A80C7E638FC}" srcOrd="0" destOrd="0" presId="urn:microsoft.com/office/officeart/2008/layout/LinedList"/>
    <dgm:cxn modelId="{89AF73E4-55FE-4155-8BF5-8C994ECD3009}" type="presParOf" srcId="{024D43ED-0260-4DF3-ADC0-64C2AAE2CF6E}" destId="{3CF67BF6-691F-4BCC-9F0F-04220D212CF7}" srcOrd="1" destOrd="0" presId="urn:microsoft.com/office/officeart/2008/layout/LinedList"/>
    <dgm:cxn modelId="{39389A98-4256-4CE1-BEE5-00CFC24680F9}" type="presParOf" srcId="{970A6C8C-0649-4DA5-9617-868CC9DB02D8}" destId="{D485A39F-7CCB-4ED5-8BF2-BDD35C6FBFEB}" srcOrd="8" destOrd="0" presId="urn:microsoft.com/office/officeart/2008/layout/LinedList"/>
    <dgm:cxn modelId="{87E5855F-7D0A-40E8-9D02-6EF4A6EF5C18}" type="presParOf" srcId="{970A6C8C-0649-4DA5-9617-868CC9DB02D8}" destId="{03DF7F58-9B1E-4790-A9B1-A420358515E5}" srcOrd="9" destOrd="0" presId="urn:microsoft.com/office/officeart/2008/layout/LinedList"/>
    <dgm:cxn modelId="{A21E6CAC-BB14-4B65-9EA6-2725E9BF2B20}" type="presParOf" srcId="{03DF7F58-9B1E-4790-A9B1-A420358515E5}" destId="{AECF9B60-D934-49C1-9991-680A06D4366B}" srcOrd="0" destOrd="0" presId="urn:microsoft.com/office/officeart/2008/layout/LinedList"/>
    <dgm:cxn modelId="{7D6245BD-BFCA-4F04-AF5E-6436735C437A}" type="presParOf" srcId="{03DF7F58-9B1E-4790-A9B1-A420358515E5}" destId="{754449B1-99E0-4A74-99A6-CA8ED821F72F}" srcOrd="1" destOrd="0" presId="urn:microsoft.com/office/officeart/2008/layout/LinedList"/>
    <dgm:cxn modelId="{CBEA2167-B986-4648-B02C-6D601D67554E}" type="presParOf" srcId="{970A6C8C-0649-4DA5-9617-868CC9DB02D8}" destId="{EFDBB4C9-CA27-4FA9-85DF-2A1780C5E373}" srcOrd="10" destOrd="0" presId="urn:microsoft.com/office/officeart/2008/layout/LinedList"/>
    <dgm:cxn modelId="{66877A18-A958-4707-AD5A-8E0B419B4433}" type="presParOf" srcId="{970A6C8C-0649-4DA5-9617-868CC9DB02D8}" destId="{E6AE4DD8-53A0-49DE-BBF0-34EA441F3B1A}" srcOrd="11" destOrd="0" presId="urn:microsoft.com/office/officeart/2008/layout/LinedList"/>
    <dgm:cxn modelId="{93EB0CF4-36FD-4657-B276-0CBB7FD494C9}" type="presParOf" srcId="{E6AE4DD8-53A0-49DE-BBF0-34EA441F3B1A}" destId="{0CE5E406-7C21-4C88-B4CF-FCACCB6F3F5C}" srcOrd="0" destOrd="0" presId="urn:microsoft.com/office/officeart/2008/layout/LinedList"/>
    <dgm:cxn modelId="{4329E7FA-BA6D-49DD-AE1A-1C024E89EF37}" type="presParOf" srcId="{E6AE4DD8-53A0-49DE-BBF0-34EA441F3B1A}" destId="{13E8C94E-73B7-44E2-A04C-32E00B5843DC}" srcOrd="1" destOrd="0" presId="urn:microsoft.com/office/officeart/2008/layout/LinedList"/>
    <dgm:cxn modelId="{CD30499C-AED6-414B-968D-ADE7BC206B09}" type="presParOf" srcId="{970A6C8C-0649-4DA5-9617-868CC9DB02D8}" destId="{444E7233-D762-4ED1-AB35-4CCA7DF24034}" srcOrd="12" destOrd="0" presId="urn:microsoft.com/office/officeart/2008/layout/LinedList"/>
    <dgm:cxn modelId="{44E74A6F-B203-4A07-AAFA-65C4B0AB43CB}" type="presParOf" srcId="{970A6C8C-0649-4DA5-9617-868CC9DB02D8}" destId="{C06BC227-A29C-4CDC-ACC8-A5F9D51318DE}" srcOrd="13" destOrd="0" presId="urn:microsoft.com/office/officeart/2008/layout/LinedList"/>
    <dgm:cxn modelId="{BEAFCC9D-0B86-4D4F-9D41-D37178AA329C}" type="presParOf" srcId="{C06BC227-A29C-4CDC-ACC8-A5F9D51318DE}" destId="{22DC4955-18A8-4693-9480-73408534D664}" srcOrd="0" destOrd="0" presId="urn:microsoft.com/office/officeart/2008/layout/LinedList"/>
    <dgm:cxn modelId="{63ABB2A2-5567-43F7-9685-D4F37A183F4A}" type="presParOf" srcId="{C06BC227-A29C-4CDC-ACC8-A5F9D51318DE}" destId="{0490ED9D-A570-4EEE-B020-B2E9F30FAF4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A003A2B-47EA-432A-9CDD-8FDBD0E87B0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A52918D-7614-42F2-BA81-9B59CF5705B3}">
      <dgm:prSet/>
      <dgm:spPr/>
      <dgm:t>
        <a:bodyPr/>
        <a:lstStyle/>
        <a:p>
          <a:r>
            <a:rPr lang="es-ES" b="1" dirty="0">
              <a:solidFill>
                <a:schemeClr val="tx2"/>
              </a:solidFill>
            </a:rPr>
            <a:t>Objetivo: Aplicar el modelo GROW para transformar datos reales en un plan de acción.</a:t>
          </a:r>
          <a:endParaRPr lang="en-US" b="1" dirty="0">
            <a:solidFill>
              <a:schemeClr val="tx2"/>
            </a:solidFill>
          </a:endParaRPr>
        </a:p>
      </dgm:t>
    </dgm:pt>
    <dgm:pt modelId="{DECF4B13-8922-4C33-838F-F41D23938FCC}" type="parTrans" cxnId="{3967834B-7A51-451B-84A6-5D7389CA1768}">
      <dgm:prSet/>
      <dgm:spPr/>
      <dgm:t>
        <a:bodyPr/>
        <a:lstStyle/>
        <a:p>
          <a:endParaRPr lang="en-US"/>
        </a:p>
      </dgm:t>
    </dgm:pt>
    <dgm:pt modelId="{3D1EEF01-1327-46F6-9AC7-FC0666E2162A}" type="sibTrans" cxnId="{3967834B-7A51-451B-84A6-5D7389CA1768}">
      <dgm:prSet/>
      <dgm:spPr/>
      <dgm:t>
        <a:bodyPr/>
        <a:lstStyle/>
        <a:p>
          <a:endParaRPr lang="en-US"/>
        </a:p>
      </dgm:t>
    </dgm:pt>
    <dgm:pt modelId="{3B560761-ED0D-4DAF-A816-4E7FFE3036BB}">
      <dgm:prSet/>
      <dgm:spPr/>
      <dgm:t>
        <a:bodyPr/>
        <a:lstStyle/>
        <a:p>
          <a:r>
            <a:rPr lang="es-ES" b="1" dirty="0">
              <a:solidFill>
                <a:schemeClr val="tx2"/>
              </a:solidFill>
            </a:rPr>
            <a:t>Instrucciones:</a:t>
          </a:r>
          <a:endParaRPr lang="en-US" b="1" dirty="0">
            <a:solidFill>
              <a:schemeClr val="tx2"/>
            </a:solidFill>
          </a:endParaRPr>
        </a:p>
      </dgm:t>
    </dgm:pt>
    <dgm:pt modelId="{DB617B7F-AC93-40EA-9E09-FCDCBC69455C}" type="parTrans" cxnId="{E6218622-7710-4027-B717-7742F6EBBF2B}">
      <dgm:prSet/>
      <dgm:spPr/>
      <dgm:t>
        <a:bodyPr/>
        <a:lstStyle/>
        <a:p>
          <a:endParaRPr lang="en-US"/>
        </a:p>
      </dgm:t>
    </dgm:pt>
    <dgm:pt modelId="{D10298C1-B584-46E8-B281-F0DEAB4FFC3E}" type="sibTrans" cxnId="{E6218622-7710-4027-B717-7742F6EBBF2B}">
      <dgm:prSet/>
      <dgm:spPr/>
      <dgm:t>
        <a:bodyPr/>
        <a:lstStyle/>
        <a:p>
          <a:endParaRPr lang="en-US"/>
        </a:p>
      </dgm:t>
    </dgm:pt>
    <dgm:pt modelId="{D95BE977-B80C-449D-9444-5711FCE3EF66}">
      <dgm:prSet/>
      <dgm:spPr/>
      <dgm:t>
        <a:bodyPr/>
        <a:lstStyle/>
        <a:p>
          <a:r>
            <a:rPr lang="es-ES" b="1" dirty="0">
              <a:solidFill>
                <a:schemeClr val="tx2"/>
              </a:solidFill>
            </a:rPr>
            <a:t>1. Formar grupos de 4–5 docentes.</a:t>
          </a:r>
          <a:endParaRPr lang="en-US" b="1" dirty="0">
            <a:solidFill>
              <a:schemeClr val="tx2"/>
            </a:solidFill>
          </a:endParaRPr>
        </a:p>
      </dgm:t>
    </dgm:pt>
    <dgm:pt modelId="{42280ACD-AEB3-44C6-B595-A1F5CAEF4ED8}" type="parTrans" cxnId="{2D6266FC-64C6-4F6B-B304-9BBB34D1572A}">
      <dgm:prSet/>
      <dgm:spPr/>
      <dgm:t>
        <a:bodyPr/>
        <a:lstStyle/>
        <a:p>
          <a:endParaRPr lang="en-US"/>
        </a:p>
      </dgm:t>
    </dgm:pt>
    <dgm:pt modelId="{54A8393E-E9C6-483C-82F7-DD6AA29C4B87}" type="sibTrans" cxnId="{2D6266FC-64C6-4F6B-B304-9BBB34D1572A}">
      <dgm:prSet/>
      <dgm:spPr/>
      <dgm:t>
        <a:bodyPr/>
        <a:lstStyle/>
        <a:p>
          <a:endParaRPr lang="en-US"/>
        </a:p>
      </dgm:t>
    </dgm:pt>
    <dgm:pt modelId="{25E26486-49DB-4D87-A629-74E86022C1DE}">
      <dgm:prSet/>
      <dgm:spPr/>
      <dgm:t>
        <a:bodyPr/>
        <a:lstStyle/>
        <a:p>
          <a:r>
            <a:rPr lang="es-ES" b="1" dirty="0">
              <a:solidFill>
                <a:schemeClr val="tx2"/>
              </a:solidFill>
            </a:rPr>
            <a:t>2. Analizar datos simulados de la escuela (ej. CRECE, asistencia, rendimiento).</a:t>
          </a:r>
          <a:endParaRPr lang="en-US" b="1" dirty="0">
            <a:solidFill>
              <a:schemeClr val="tx2"/>
            </a:solidFill>
          </a:endParaRPr>
        </a:p>
      </dgm:t>
    </dgm:pt>
    <dgm:pt modelId="{5A07269A-0B73-4465-9E48-D121A689E252}" type="parTrans" cxnId="{E18AC5CA-D5FD-4ED3-939B-C67E235007C5}">
      <dgm:prSet/>
      <dgm:spPr/>
      <dgm:t>
        <a:bodyPr/>
        <a:lstStyle/>
        <a:p>
          <a:endParaRPr lang="en-US"/>
        </a:p>
      </dgm:t>
    </dgm:pt>
    <dgm:pt modelId="{A8CE7728-FA32-46E9-B590-E88BDC2F61D1}" type="sibTrans" cxnId="{E18AC5CA-D5FD-4ED3-939B-C67E235007C5}">
      <dgm:prSet/>
      <dgm:spPr/>
      <dgm:t>
        <a:bodyPr/>
        <a:lstStyle/>
        <a:p>
          <a:endParaRPr lang="en-US"/>
        </a:p>
      </dgm:t>
    </dgm:pt>
    <dgm:pt modelId="{2B29BE43-D2CD-4DBD-B5A4-538E72BB36FE}">
      <dgm:prSet/>
      <dgm:spPr/>
      <dgm:t>
        <a:bodyPr/>
        <a:lstStyle/>
        <a:p>
          <a:r>
            <a:rPr lang="es-ES" b="1" dirty="0">
              <a:solidFill>
                <a:schemeClr val="tx2"/>
              </a:solidFill>
            </a:rPr>
            <a:t>3. Responder con el modelo GROW:</a:t>
          </a:r>
          <a:endParaRPr lang="en-US" b="1" dirty="0">
            <a:solidFill>
              <a:schemeClr val="tx2"/>
            </a:solidFill>
          </a:endParaRPr>
        </a:p>
      </dgm:t>
    </dgm:pt>
    <dgm:pt modelId="{12EAC4E8-0BC4-44A3-B235-24C67AEEA6E0}" type="parTrans" cxnId="{A218F7EF-8985-454B-83C1-72D24F170693}">
      <dgm:prSet/>
      <dgm:spPr/>
      <dgm:t>
        <a:bodyPr/>
        <a:lstStyle/>
        <a:p>
          <a:endParaRPr lang="en-US"/>
        </a:p>
      </dgm:t>
    </dgm:pt>
    <dgm:pt modelId="{B4A3CA3D-07E7-4BCC-A482-B20918C18165}" type="sibTrans" cxnId="{A218F7EF-8985-454B-83C1-72D24F170693}">
      <dgm:prSet/>
      <dgm:spPr/>
      <dgm:t>
        <a:bodyPr/>
        <a:lstStyle/>
        <a:p>
          <a:endParaRPr lang="en-US"/>
        </a:p>
      </dgm:t>
    </dgm:pt>
    <dgm:pt modelId="{469DD297-DAB1-41EE-AEE1-D19499BC9C57}">
      <dgm:prSet custT="1"/>
      <dgm:spPr/>
      <dgm:t>
        <a:bodyPr/>
        <a:lstStyle/>
        <a:p>
          <a:r>
            <a:rPr lang="es-ES" sz="2400" b="1" dirty="0">
              <a:solidFill>
                <a:schemeClr val="tx2"/>
              </a:solidFill>
            </a:rPr>
            <a:t>• </a:t>
          </a:r>
          <a:r>
            <a:rPr lang="es-ES" sz="2400" b="1" dirty="0" err="1">
              <a:solidFill>
                <a:schemeClr val="tx2"/>
              </a:solidFill>
            </a:rPr>
            <a:t>Goal</a:t>
          </a:r>
          <a:r>
            <a:rPr lang="es-ES" sz="2400" b="1" dirty="0">
              <a:solidFill>
                <a:schemeClr val="tx2"/>
              </a:solidFill>
            </a:rPr>
            <a:t>: Meta específica a alcanzar.</a:t>
          </a:r>
          <a:endParaRPr lang="en-US" sz="2400" b="1" dirty="0">
            <a:solidFill>
              <a:schemeClr val="tx2"/>
            </a:solidFill>
          </a:endParaRPr>
        </a:p>
      </dgm:t>
    </dgm:pt>
    <dgm:pt modelId="{F5F93E17-375D-42D4-8D0F-7A4A1C32558E}" type="parTrans" cxnId="{B91D86EB-51FA-49E9-B94A-DD1AAC352456}">
      <dgm:prSet/>
      <dgm:spPr/>
      <dgm:t>
        <a:bodyPr/>
        <a:lstStyle/>
        <a:p>
          <a:endParaRPr lang="en-US"/>
        </a:p>
      </dgm:t>
    </dgm:pt>
    <dgm:pt modelId="{A333E875-87CD-4D40-892A-F4D3831624CE}" type="sibTrans" cxnId="{B91D86EB-51FA-49E9-B94A-DD1AAC352456}">
      <dgm:prSet/>
      <dgm:spPr/>
      <dgm:t>
        <a:bodyPr/>
        <a:lstStyle/>
        <a:p>
          <a:endParaRPr lang="en-US"/>
        </a:p>
      </dgm:t>
    </dgm:pt>
    <dgm:pt modelId="{4DD8C67B-D77F-4D53-B7F2-7284B6BE9C17}">
      <dgm:prSet custT="1"/>
      <dgm:spPr/>
      <dgm:t>
        <a:bodyPr/>
        <a:lstStyle/>
        <a:p>
          <a:r>
            <a:rPr lang="es-ES" sz="2400" b="1" dirty="0">
              <a:solidFill>
                <a:schemeClr val="tx2"/>
              </a:solidFill>
            </a:rPr>
            <a:t>• </a:t>
          </a:r>
          <a:r>
            <a:rPr lang="es-ES" sz="2400" b="1" dirty="0" err="1">
              <a:solidFill>
                <a:schemeClr val="tx2"/>
              </a:solidFill>
            </a:rPr>
            <a:t>Reality</a:t>
          </a:r>
          <a:r>
            <a:rPr lang="es-ES" sz="2400" b="1" dirty="0">
              <a:solidFill>
                <a:schemeClr val="tx2"/>
              </a:solidFill>
            </a:rPr>
            <a:t>: Fortalezas y debilidades</a:t>
          </a:r>
          <a:endParaRPr lang="en-US" sz="2400" b="1" dirty="0">
            <a:solidFill>
              <a:schemeClr val="tx2"/>
            </a:solidFill>
          </a:endParaRPr>
        </a:p>
      </dgm:t>
    </dgm:pt>
    <dgm:pt modelId="{5DB730B9-10F7-4597-BEF8-450CC57CB450}" type="parTrans" cxnId="{76FFA01C-55F7-47A7-A0D4-720B273CA7AA}">
      <dgm:prSet/>
      <dgm:spPr/>
      <dgm:t>
        <a:bodyPr/>
        <a:lstStyle/>
        <a:p>
          <a:endParaRPr lang="en-US"/>
        </a:p>
      </dgm:t>
    </dgm:pt>
    <dgm:pt modelId="{B5CA7385-ADB3-4307-9059-13FCA3CC804C}" type="sibTrans" cxnId="{76FFA01C-55F7-47A7-A0D4-720B273CA7AA}">
      <dgm:prSet/>
      <dgm:spPr/>
      <dgm:t>
        <a:bodyPr/>
        <a:lstStyle/>
        <a:p>
          <a:endParaRPr lang="en-US"/>
        </a:p>
      </dgm:t>
    </dgm:pt>
    <dgm:pt modelId="{7825EA08-BEE0-45DD-8A0C-22ACE82A595D}" type="pres">
      <dgm:prSet presAssocID="{0A003A2B-47EA-432A-9CDD-8FDBD0E87B04}" presName="vert0" presStyleCnt="0">
        <dgm:presLayoutVars>
          <dgm:dir/>
          <dgm:animOne val="branch"/>
          <dgm:animLvl val="lvl"/>
        </dgm:presLayoutVars>
      </dgm:prSet>
      <dgm:spPr/>
    </dgm:pt>
    <dgm:pt modelId="{9E0FB027-3FAD-4D32-8165-5CA5FA78F3CD}" type="pres">
      <dgm:prSet presAssocID="{2A52918D-7614-42F2-BA81-9B59CF5705B3}" presName="thickLine" presStyleLbl="alignNode1" presStyleIdx="0" presStyleCnt="7"/>
      <dgm:spPr/>
    </dgm:pt>
    <dgm:pt modelId="{08EA616A-F001-4C77-AFC6-1FD9E8533CC6}" type="pres">
      <dgm:prSet presAssocID="{2A52918D-7614-42F2-BA81-9B59CF5705B3}" presName="horz1" presStyleCnt="0"/>
      <dgm:spPr/>
    </dgm:pt>
    <dgm:pt modelId="{DE8CD66F-B347-4833-A76F-941EFD169710}" type="pres">
      <dgm:prSet presAssocID="{2A52918D-7614-42F2-BA81-9B59CF5705B3}" presName="tx1" presStyleLbl="revTx" presStyleIdx="0" presStyleCnt="7"/>
      <dgm:spPr/>
    </dgm:pt>
    <dgm:pt modelId="{D37373DD-1FE2-4305-A4B9-44D837794B9E}" type="pres">
      <dgm:prSet presAssocID="{2A52918D-7614-42F2-BA81-9B59CF5705B3}" presName="vert1" presStyleCnt="0"/>
      <dgm:spPr/>
    </dgm:pt>
    <dgm:pt modelId="{C39165DC-BDAD-4A21-BA4E-5CE33E8F2181}" type="pres">
      <dgm:prSet presAssocID="{3B560761-ED0D-4DAF-A816-4E7FFE3036BB}" presName="thickLine" presStyleLbl="alignNode1" presStyleIdx="1" presStyleCnt="7"/>
      <dgm:spPr/>
    </dgm:pt>
    <dgm:pt modelId="{8E5ADF94-9E0F-474C-A773-F503028C8CA5}" type="pres">
      <dgm:prSet presAssocID="{3B560761-ED0D-4DAF-A816-4E7FFE3036BB}" presName="horz1" presStyleCnt="0"/>
      <dgm:spPr/>
    </dgm:pt>
    <dgm:pt modelId="{7FF3BCE9-D912-43E8-B86D-67525A8691A0}" type="pres">
      <dgm:prSet presAssocID="{3B560761-ED0D-4DAF-A816-4E7FFE3036BB}" presName="tx1" presStyleLbl="revTx" presStyleIdx="1" presStyleCnt="7"/>
      <dgm:spPr/>
    </dgm:pt>
    <dgm:pt modelId="{E697E8C7-2EFD-4192-B96C-BE2323120CA1}" type="pres">
      <dgm:prSet presAssocID="{3B560761-ED0D-4DAF-A816-4E7FFE3036BB}" presName="vert1" presStyleCnt="0"/>
      <dgm:spPr/>
    </dgm:pt>
    <dgm:pt modelId="{A39DC731-CB90-4B8C-8B69-4135B6A5AFA4}" type="pres">
      <dgm:prSet presAssocID="{D95BE977-B80C-449D-9444-5711FCE3EF66}" presName="thickLine" presStyleLbl="alignNode1" presStyleIdx="2" presStyleCnt="7"/>
      <dgm:spPr/>
    </dgm:pt>
    <dgm:pt modelId="{332DB184-79D9-44CA-9C47-3B7D7C3B4BAD}" type="pres">
      <dgm:prSet presAssocID="{D95BE977-B80C-449D-9444-5711FCE3EF66}" presName="horz1" presStyleCnt="0"/>
      <dgm:spPr/>
    </dgm:pt>
    <dgm:pt modelId="{82B00342-7210-4A4F-9C8F-3A5E2F30F228}" type="pres">
      <dgm:prSet presAssocID="{D95BE977-B80C-449D-9444-5711FCE3EF66}" presName="tx1" presStyleLbl="revTx" presStyleIdx="2" presStyleCnt="7"/>
      <dgm:spPr/>
    </dgm:pt>
    <dgm:pt modelId="{1BA7860C-3C84-4747-A547-3DC0832864D2}" type="pres">
      <dgm:prSet presAssocID="{D95BE977-B80C-449D-9444-5711FCE3EF66}" presName="vert1" presStyleCnt="0"/>
      <dgm:spPr/>
    </dgm:pt>
    <dgm:pt modelId="{F5641FDC-6995-48D7-9DB0-49EE0664E4CD}" type="pres">
      <dgm:prSet presAssocID="{25E26486-49DB-4D87-A629-74E86022C1DE}" presName="thickLine" presStyleLbl="alignNode1" presStyleIdx="3" presStyleCnt="7"/>
      <dgm:spPr/>
    </dgm:pt>
    <dgm:pt modelId="{DF470F21-9C03-4679-AF60-7D0C289B5E43}" type="pres">
      <dgm:prSet presAssocID="{25E26486-49DB-4D87-A629-74E86022C1DE}" presName="horz1" presStyleCnt="0"/>
      <dgm:spPr/>
    </dgm:pt>
    <dgm:pt modelId="{9CDA402B-970A-4AA4-AEAE-7B3DF1ECADF9}" type="pres">
      <dgm:prSet presAssocID="{25E26486-49DB-4D87-A629-74E86022C1DE}" presName="tx1" presStyleLbl="revTx" presStyleIdx="3" presStyleCnt="7"/>
      <dgm:spPr/>
    </dgm:pt>
    <dgm:pt modelId="{79F4B9CD-7D35-40F7-9A73-648DB4437674}" type="pres">
      <dgm:prSet presAssocID="{25E26486-49DB-4D87-A629-74E86022C1DE}" presName="vert1" presStyleCnt="0"/>
      <dgm:spPr/>
    </dgm:pt>
    <dgm:pt modelId="{40FF12C7-8B16-4F81-BA46-B1F83BAB387B}" type="pres">
      <dgm:prSet presAssocID="{2B29BE43-D2CD-4DBD-B5A4-538E72BB36FE}" presName="thickLine" presStyleLbl="alignNode1" presStyleIdx="4" presStyleCnt="7"/>
      <dgm:spPr/>
    </dgm:pt>
    <dgm:pt modelId="{81EC9A7F-BD9F-44CC-8B3F-17227E01B90E}" type="pres">
      <dgm:prSet presAssocID="{2B29BE43-D2CD-4DBD-B5A4-538E72BB36FE}" presName="horz1" presStyleCnt="0"/>
      <dgm:spPr/>
    </dgm:pt>
    <dgm:pt modelId="{990CD2E7-6EEC-483A-8D1E-F1714840A44F}" type="pres">
      <dgm:prSet presAssocID="{2B29BE43-D2CD-4DBD-B5A4-538E72BB36FE}" presName="tx1" presStyleLbl="revTx" presStyleIdx="4" presStyleCnt="7"/>
      <dgm:spPr/>
    </dgm:pt>
    <dgm:pt modelId="{536BD6FE-102E-40C5-A6B5-FC812BE3E69E}" type="pres">
      <dgm:prSet presAssocID="{2B29BE43-D2CD-4DBD-B5A4-538E72BB36FE}" presName="vert1" presStyleCnt="0"/>
      <dgm:spPr/>
    </dgm:pt>
    <dgm:pt modelId="{ECCCE17E-29AB-43ED-991A-7F21A72C5AF2}" type="pres">
      <dgm:prSet presAssocID="{469DD297-DAB1-41EE-AEE1-D19499BC9C57}" presName="thickLine" presStyleLbl="alignNode1" presStyleIdx="5" presStyleCnt="7"/>
      <dgm:spPr/>
    </dgm:pt>
    <dgm:pt modelId="{C2BFF2E2-2CBD-4EE1-8198-6024D569A177}" type="pres">
      <dgm:prSet presAssocID="{469DD297-DAB1-41EE-AEE1-D19499BC9C57}" presName="horz1" presStyleCnt="0"/>
      <dgm:spPr/>
    </dgm:pt>
    <dgm:pt modelId="{22C34567-2839-41F0-8083-A249B056C971}" type="pres">
      <dgm:prSet presAssocID="{469DD297-DAB1-41EE-AEE1-D19499BC9C57}" presName="tx1" presStyleLbl="revTx" presStyleIdx="5" presStyleCnt="7"/>
      <dgm:spPr/>
    </dgm:pt>
    <dgm:pt modelId="{0C54CDD4-A13B-4DA3-BBC8-CF84E68E3650}" type="pres">
      <dgm:prSet presAssocID="{469DD297-DAB1-41EE-AEE1-D19499BC9C57}" presName="vert1" presStyleCnt="0"/>
      <dgm:spPr/>
    </dgm:pt>
    <dgm:pt modelId="{16957DCD-0B30-4DCA-A318-E9FDE484D0DA}" type="pres">
      <dgm:prSet presAssocID="{4DD8C67B-D77F-4D53-B7F2-7284B6BE9C17}" presName="thickLine" presStyleLbl="alignNode1" presStyleIdx="6" presStyleCnt="7"/>
      <dgm:spPr/>
    </dgm:pt>
    <dgm:pt modelId="{D5AAB0B4-2435-40DE-87F0-430208A2BBEC}" type="pres">
      <dgm:prSet presAssocID="{4DD8C67B-D77F-4D53-B7F2-7284B6BE9C17}" presName="horz1" presStyleCnt="0"/>
      <dgm:spPr/>
    </dgm:pt>
    <dgm:pt modelId="{DC93B51B-16EB-4C70-A776-516AFA0EE28D}" type="pres">
      <dgm:prSet presAssocID="{4DD8C67B-D77F-4D53-B7F2-7284B6BE9C17}" presName="tx1" presStyleLbl="revTx" presStyleIdx="6" presStyleCnt="7"/>
      <dgm:spPr/>
    </dgm:pt>
    <dgm:pt modelId="{8B8A6080-1D16-4291-8594-3128A508021D}" type="pres">
      <dgm:prSet presAssocID="{4DD8C67B-D77F-4D53-B7F2-7284B6BE9C17}" presName="vert1" presStyleCnt="0"/>
      <dgm:spPr/>
    </dgm:pt>
  </dgm:ptLst>
  <dgm:cxnLst>
    <dgm:cxn modelId="{3AF89611-9791-4B4F-9FA2-A28B118E0228}" type="presOf" srcId="{25E26486-49DB-4D87-A629-74E86022C1DE}" destId="{9CDA402B-970A-4AA4-AEAE-7B3DF1ECADF9}" srcOrd="0" destOrd="0" presId="urn:microsoft.com/office/officeart/2008/layout/LinedList"/>
    <dgm:cxn modelId="{76FFA01C-55F7-47A7-A0D4-720B273CA7AA}" srcId="{0A003A2B-47EA-432A-9CDD-8FDBD0E87B04}" destId="{4DD8C67B-D77F-4D53-B7F2-7284B6BE9C17}" srcOrd="6" destOrd="0" parTransId="{5DB730B9-10F7-4597-BEF8-450CC57CB450}" sibTransId="{B5CA7385-ADB3-4307-9059-13FCA3CC804C}"/>
    <dgm:cxn modelId="{E6218622-7710-4027-B717-7742F6EBBF2B}" srcId="{0A003A2B-47EA-432A-9CDD-8FDBD0E87B04}" destId="{3B560761-ED0D-4DAF-A816-4E7FFE3036BB}" srcOrd="1" destOrd="0" parTransId="{DB617B7F-AC93-40EA-9E09-FCDCBC69455C}" sibTransId="{D10298C1-B584-46E8-B281-F0DEAB4FFC3E}"/>
    <dgm:cxn modelId="{71735323-B1A1-429D-967C-4B9C7B0F4147}" type="presOf" srcId="{0A003A2B-47EA-432A-9CDD-8FDBD0E87B04}" destId="{7825EA08-BEE0-45DD-8A0C-22ACE82A595D}" srcOrd="0" destOrd="0" presId="urn:microsoft.com/office/officeart/2008/layout/LinedList"/>
    <dgm:cxn modelId="{C14E6134-EAE9-4E69-956E-29C0E726FE01}" type="presOf" srcId="{D95BE977-B80C-449D-9444-5711FCE3EF66}" destId="{82B00342-7210-4A4F-9C8F-3A5E2F30F228}" srcOrd="0" destOrd="0" presId="urn:microsoft.com/office/officeart/2008/layout/LinedList"/>
    <dgm:cxn modelId="{3967834B-7A51-451B-84A6-5D7389CA1768}" srcId="{0A003A2B-47EA-432A-9CDD-8FDBD0E87B04}" destId="{2A52918D-7614-42F2-BA81-9B59CF5705B3}" srcOrd="0" destOrd="0" parTransId="{DECF4B13-8922-4C33-838F-F41D23938FCC}" sibTransId="{3D1EEF01-1327-46F6-9AC7-FC0666E2162A}"/>
    <dgm:cxn modelId="{F449106D-1DE1-4B11-B79A-3A64D7AD5529}" type="presOf" srcId="{3B560761-ED0D-4DAF-A816-4E7FFE3036BB}" destId="{7FF3BCE9-D912-43E8-B86D-67525A8691A0}" srcOrd="0" destOrd="0" presId="urn:microsoft.com/office/officeart/2008/layout/LinedList"/>
    <dgm:cxn modelId="{B828AE54-652D-4CAA-AFDB-121A79F6C8FB}" type="presOf" srcId="{2A52918D-7614-42F2-BA81-9B59CF5705B3}" destId="{DE8CD66F-B347-4833-A76F-941EFD169710}" srcOrd="0" destOrd="0" presId="urn:microsoft.com/office/officeart/2008/layout/LinedList"/>
    <dgm:cxn modelId="{5544A059-AC3C-4FBE-B243-D9938CE2D6DF}" type="presOf" srcId="{469DD297-DAB1-41EE-AEE1-D19499BC9C57}" destId="{22C34567-2839-41F0-8083-A249B056C971}" srcOrd="0" destOrd="0" presId="urn:microsoft.com/office/officeart/2008/layout/LinedList"/>
    <dgm:cxn modelId="{E18AC5CA-D5FD-4ED3-939B-C67E235007C5}" srcId="{0A003A2B-47EA-432A-9CDD-8FDBD0E87B04}" destId="{25E26486-49DB-4D87-A629-74E86022C1DE}" srcOrd="3" destOrd="0" parTransId="{5A07269A-0B73-4465-9E48-D121A689E252}" sibTransId="{A8CE7728-FA32-46E9-B590-E88BDC2F61D1}"/>
    <dgm:cxn modelId="{24EB37CD-1815-4C7D-A801-52A92754FE67}" type="presOf" srcId="{4DD8C67B-D77F-4D53-B7F2-7284B6BE9C17}" destId="{DC93B51B-16EB-4C70-A776-516AFA0EE28D}" srcOrd="0" destOrd="0" presId="urn:microsoft.com/office/officeart/2008/layout/LinedList"/>
    <dgm:cxn modelId="{17618FD5-72D9-4D45-A022-BB63F688118C}" type="presOf" srcId="{2B29BE43-D2CD-4DBD-B5A4-538E72BB36FE}" destId="{990CD2E7-6EEC-483A-8D1E-F1714840A44F}" srcOrd="0" destOrd="0" presId="urn:microsoft.com/office/officeart/2008/layout/LinedList"/>
    <dgm:cxn modelId="{B91D86EB-51FA-49E9-B94A-DD1AAC352456}" srcId="{0A003A2B-47EA-432A-9CDD-8FDBD0E87B04}" destId="{469DD297-DAB1-41EE-AEE1-D19499BC9C57}" srcOrd="5" destOrd="0" parTransId="{F5F93E17-375D-42D4-8D0F-7A4A1C32558E}" sibTransId="{A333E875-87CD-4D40-892A-F4D3831624CE}"/>
    <dgm:cxn modelId="{A218F7EF-8985-454B-83C1-72D24F170693}" srcId="{0A003A2B-47EA-432A-9CDD-8FDBD0E87B04}" destId="{2B29BE43-D2CD-4DBD-B5A4-538E72BB36FE}" srcOrd="4" destOrd="0" parTransId="{12EAC4E8-0BC4-44A3-B235-24C67AEEA6E0}" sibTransId="{B4A3CA3D-07E7-4BCC-A482-B20918C18165}"/>
    <dgm:cxn modelId="{2D6266FC-64C6-4F6B-B304-9BBB34D1572A}" srcId="{0A003A2B-47EA-432A-9CDD-8FDBD0E87B04}" destId="{D95BE977-B80C-449D-9444-5711FCE3EF66}" srcOrd="2" destOrd="0" parTransId="{42280ACD-AEB3-44C6-B595-A1F5CAEF4ED8}" sibTransId="{54A8393E-E9C6-483C-82F7-DD6AA29C4B87}"/>
    <dgm:cxn modelId="{AD27BD2E-705B-41B2-B70D-BC40DB7227CF}" type="presParOf" srcId="{7825EA08-BEE0-45DD-8A0C-22ACE82A595D}" destId="{9E0FB027-3FAD-4D32-8165-5CA5FA78F3CD}" srcOrd="0" destOrd="0" presId="urn:microsoft.com/office/officeart/2008/layout/LinedList"/>
    <dgm:cxn modelId="{F1730B49-7332-49C9-95AA-313DA3027755}" type="presParOf" srcId="{7825EA08-BEE0-45DD-8A0C-22ACE82A595D}" destId="{08EA616A-F001-4C77-AFC6-1FD9E8533CC6}" srcOrd="1" destOrd="0" presId="urn:microsoft.com/office/officeart/2008/layout/LinedList"/>
    <dgm:cxn modelId="{B6405FA8-8B15-4EA3-9909-90D0E9F79287}" type="presParOf" srcId="{08EA616A-F001-4C77-AFC6-1FD9E8533CC6}" destId="{DE8CD66F-B347-4833-A76F-941EFD169710}" srcOrd="0" destOrd="0" presId="urn:microsoft.com/office/officeart/2008/layout/LinedList"/>
    <dgm:cxn modelId="{2AC39546-C960-43A5-BD00-4775499BDDBB}" type="presParOf" srcId="{08EA616A-F001-4C77-AFC6-1FD9E8533CC6}" destId="{D37373DD-1FE2-4305-A4B9-44D837794B9E}" srcOrd="1" destOrd="0" presId="urn:microsoft.com/office/officeart/2008/layout/LinedList"/>
    <dgm:cxn modelId="{BF675CC1-8665-4858-9AF1-E8AE48366185}" type="presParOf" srcId="{7825EA08-BEE0-45DD-8A0C-22ACE82A595D}" destId="{C39165DC-BDAD-4A21-BA4E-5CE33E8F2181}" srcOrd="2" destOrd="0" presId="urn:microsoft.com/office/officeart/2008/layout/LinedList"/>
    <dgm:cxn modelId="{586E1443-CDB7-446D-A9AA-8A48F50D863E}" type="presParOf" srcId="{7825EA08-BEE0-45DD-8A0C-22ACE82A595D}" destId="{8E5ADF94-9E0F-474C-A773-F503028C8CA5}" srcOrd="3" destOrd="0" presId="urn:microsoft.com/office/officeart/2008/layout/LinedList"/>
    <dgm:cxn modelId="{A442EA59-14B1-4BFC-B23A-C3BBAD05CE90}" type="presParOf" srcId="{8E5ADF94-9E0F-474C-A773-F503028C8CA5}" destId="{7FF3BCE9-D912-43E8-B86D-67525A8691A0}" srcOrd="0" destOrd="0" presId="urn:microsoft.com/office/officeart/2008/layout/LinedList"/>
    <dgm:cxn modelId="{FBAC1E38-7D3D-43D3-BFEE-BDBCCDF0F1EF}" type="presParOf" srcId="{8E5ADF94-9E0F-474C-A773-F503028C8CA5}" destId="{E697E8C7-2EFD-4192-B96C-BE2323120CA1}" srcOrd="1" destOrd="0" presId="urn:microsoft.com/office/officeart/2008/layout/LinedList"/>
    <dgm:cxn modelId="{C22B0993-8B64-412C-AB1B-7B27241BA6BE}" type="presParOf" srcId="{7825EA08-BEE0-45DD-8A0C-22ACE82A595D}" destId="{A39DC731-CB90-4B8C-8B69-4135B6A5AFA4}" srcOrd="4" destOrd="0" presId="urn:microsoft.com/office/officeart/2008/layout/LinedList"/>
    <dgm:cxn modelId="{E129C6DC-338C-4AA9-9AFE-CF5D610F66E5}" type="presParOf" srcId="{7825EA08-BEE0-45DD-8A0C-22ACE82A595D}" destId="{332DB184-79D9-44CA-9C47-3B7D7C3B4BAD}" srcOrd="5" destOrd="0" presId="urn:microsoft.com/office/officeart/2008/layout/LinedList"/>
    <dgm:cxn modelId="{289BC70D-16F6-4EA7-9C07-2211DDA73EC5}" type="presParOf" srcId="{332DB184-79D9-44CA-9C47-3B7D7C3B4BAD}" destId="{82B00342-7210-4A4F-9C8F-3A5E2F30F228}" srcOrd="0" destOrd="0" presId="urn:microsoft.com/office/officeart/2008/layout/LinedList"/>
    <dgm:cxn modelId="{37C71E9E-DAFC-456F-AF8F-9DA2870E6A76}" type="presParOf" srcId="{332DB184-79D9-44CA-9C47-3B7D7C3B4BAD}" destId="{1BA7860C-3C84-4747-A547-3DC0832864D2}" srcOrd="1" destOrd="0" presId="urn:microsoft.com/office/officeart/2008/layout/LinedList"/>
    <dgm:cxn modelId="{3B6D062A-7C6D-4B63-8FE8-E96CA0733679}" type="presParOf" srcId="{7825EA08-BEE0-45DD-8A0C-22ACE82A595D}" destId="{F5641FDC-6995-48D7-9DB0-49EE0664E4CD}" srcOrd="6" destOrd="0" presId="urn:microsoft.com/office/officeart/2008/layout/LinedList"/>
    <dgm:cxn modelId="{FF6E8A51-6A9D-42CD-B526-27DA35BA7D7E}" type="presParOf" srcId="{7825EA08-BEE0-45DD-8A0C-22ACE82A595D}" destId="{DF470F21-9C03-4679-AF60-7D0C289B5E43}" srcOrd="7" destOrd="0" presId="urn:microsoft.com/office/officeart/2008/layout/LinedList"/>
    <dgm:cxn modelId="{108F0BC6-C0C1-43E0-AEC9-4E64FA6DF02A}" type="presParOf" srcId="{DF470F21-9C03-4679-AF60-7D0C289B5E43}" destId="{9CDA402B-970A-4AA4-AEAE-7B3DF1ECADF9}" srcOrd="0" destOrd="0" presId="urn:microsoft.com/office/officeart/2008/layout/LinedList"/>
    <dgm:cxn modelId="{ED9B54D8-3513-452C-B193-D4DE73B9860C}" type="presParOf" srcId="{DF470F21-9C03-4679-AF60-7D0C289B5E43}" destId="{79F4B9CD-7D35-40F7-9A73-648DB4437674}" srcOrd="1" destOrd="0" presId="urn:microsoft.com/office/officeart/2008/layout/LinedList"/>
    <dgm:cxn modelId="{874149A8-F288-4ABC-B185-C6B254E7F6BE}" type="presParOf" srcId="{7825EA08-BEE0-45DD-8A0C-22ACE82A595D}" destId="{40FF12C7-8B16-4F81-BA46-B1F83BAB387B}" srcOrd="8" destOrd="0" presId="urn:microsoft.com/office/officeart/2008/layout/LinedList"/>
    <dgm:cxn modelId="{3AAC4A78-937E-4D73-932E-4116D393B78B}" type="presParOf" srcId="{7825EA08-BEE0-45DD-8A0C-22ACE82A595D}" destId="{81EC9A7F-BD9F-44CC-8B3F-17227E01B90E}" srcOrd="9" destOrd="0" presId="urn:microsoft.com/office/officeart/2008/layout/LinedList"/>
    <dgm:cxn modelId="{0BF07D08-BFC1-4A09-8BE3-1FE4105F7C08}" type="presParOf" srcId="{81EC9A7F-BD9F-44CC-8B3F-17227E01B90E}" destId="{990CD2E7-6EEC-483A-8D1E-F1714840A44F}" srcOrd="0" destOrd="0" presId="urn:microsoft.com/office/officeart/2008/layout/LinedList"/>
    <dgm:cxn modelId="{EA7BC2D1-BC0C-41B7-9448-0856230B13FF}" type="presParOf" srcId="{81EC9A7F-BD9F-44CC-8B3F-17227E01B90E}" destId="{536BD6FE-102E-40C5-A6B5-FC812BE3E69E}" srcOrd="1" destOrd="0" presId="urn:microsoft.com/office/officeart/2008/layout/LinedList"/>
    <dgm:cxn modelId="{25B7BC5E-D5B3-4FEC-9915-7CC4462ACA91}" type="presParOf" srcId="{7825EA08-BEE0-45DD-8A0C-22ACE82A595D}" destId="{ECCCE17E-29AB-43ED-991A-7F21A72C5AF2}" srcOrd="10" destOrd="0" presId="urn:microsoft.com/office/officeart/2008/layout/LinedList"/>
    <dgm:cxn modelId="{C18C5E80-C6FA-4CE1-99F9-2ECC1395A78D}" type="presParOf" srcId="{7825EA08-BEE0-45DD-8A0C-22ACE82A595D}" destId="{C2BFF2E2-2CBD-4EE1-8198-6024D569A177}" srcOrd="11" destOrd="0" presId="urn:microsoft.com/office/officeart/2008/layout/LinedList"/>
    <dgm:cxn modelId="{916BDC9B-F779-4D7B-A2E0-4078486E320A}" type="presParOf" srcId="{C2BFF2E2-2CBD-4EE1-8198-6024D569A177}" destId="{22C34567-2839-41F0-8083-A249B056C971}" srcOrd="0" destOrd="0" presId="urn:microsoft.com/office/officeart/2008/layout/LinedList"/>
    <dgm:cxn modelId="{BC6530EE-2100-468D-A6A5-15C2B40A4357}" type="presParOf" srcId="{C2BFF2E2-2CBD-4EE1-8198-6024D569A177}" destId="{0C54CDD4-A13B-4DA3-BBC8-CF84E68E3650}" srcOrd="1" destOrd="0" presId="urn:microsoft.com/office/officeart/2008/layout/LinedList"/>
    <dgm:cxn modelId="{9B9F18FF-32C6-46AE-A821-B1582320A3D0}" type="presParOf" srcId="{7825EA08-BEE0-45DD-8A0C-22ACE82A595D}" destId="{16957DCD-0B30-4DCA-A318-E9FDE484D0DA}" srcOrd="12" destOrd="0" presId="urn:microsoft.com/office/officeart/2008/layout/LinedList"/>
    <dgm:cxn modelId="{54072522-FC1A-4132-9ED9-14FF028E63C5}" type="presParOf" srcId="{7825EA08-BEE0-45DD-8A0C-22ACE82A595D}" destId="{D5AAB0B4-2435-40DE-87F0-430208A2BBEC}" srcOrd="13" destOrd="0" presId="urn:microsoft.com/office/officeart/2008/layout/LinedList"/>
    <dgm:cxn modelId="{BDEF9D6D-99F3-4006-8A32-D2CBEEA05C36}" type="presParOf" srcId="{D5AAB0B4-2435-40DE-87F0-430208A2BBEC}" destId="{DC93B51B-16EB-4C70-A776-516AFA0EE28D}" srcOrd="0" destOrd="0" presId="urn:microsoft.com/office/officeart/2008/layout/LinedList"/>
    <dgm:cxn modelId="{5547E061-7F14-44E1-8C84-1CB6DE67D8AD}" type="presParOf" srcId="{D5AAB0B4-2435-40DE-87F0-430208A2BBEC}" destId="{8B8A6080-1D16-4291-8594-3128A508021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F9E15E6-41E8-4802-A86F-84ACB04C37C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36AB091-E2C2-41B3-ABF7-DBC035846042}">
      <dgm:prSet/>
      <dgm:spPr/>
      <dgm:t>
        <a:bodyPr/>
        <a:lstStyle/>
        <a:p>
          <a:r>
            <a:rPr lang="es-ES" b="1" dirty="0">
              <a:solidFill>
                <a:schemeClr val="tx2"/>
              </a:solidFill>
            </a:rPr>
            <a:t>Objetivo: Formular metas SMART y evaluarlas con la rúbrica del Modelo GROW.</a:t>
          </a:r>
          <a:endParaRPr lang="en-US" b="1" dirty="0">
            <a:solidFill>
              <a:schemeClr val="tx2"/>
            </a:solidFill>
          </a:endParaRPr>
        </a:p>
      </dgm:t>
    </dgm:pt>
    <dgm:pt modelId="{BCC706C7-FBD2-436B-898C-9A4E808DA8EC}" type="parTrans" cxnId="{4BD1B42D-FBC4-4539-86CD-B528A8A11698}">
      <dgm:prSet/>
      <dgm:spPr/>
      <dgm:t>
        <a:bodyPr/>
        <a:lstStyle/>
        <a:p>
          <a:endParaRPr lang="en-US"/>
        </a:p>
      </dgm:t>
    </dgm:pt>
    <dgm:pt modelId="{29C53D95-9872-4267-840E-6F806DE2FF6B}" type="sibTrans" cxnId="{4BD1B42D-FBC4-4539-86CD-B528A8A11698}">
      <dgm:prSet/>
      <dgm:spPr/>
      <dgm:t>
        <a:bodyPr/>
        <a:lstStyle/>
        <a:p>
          <a:endParaRPr lang="en-US"/>
        </a:p>
      </dgm:t>
    </dgm:pt>
    <dgm:pt modelId="{C6554E44-B6CD-46CD-A4F0-D8B577C6E4C6}">
      <dgm:prSet/>
      <dgm:spPr/>
      <dgm:t>
        <a:bodyPr/>
        <a:lstStyle/>
        <a:p>
          <a:r>
            <a:rPr lang="es-ES" b="1" u="sng" dirty="0">
              <a:solidFill>
                <a:schemeClr val="tx2"/>
              </a:solidFill>
            </a:rPr>
            <a:t>Instrucciones:</a:t>
          </a:r>
          <a:endParaRPr lang="en-US" dirty="0">
            <a:solidFill>
              <a:schemeClr val="tx2"/>
            </a:solidFill>
          </a:endParaRPr>
        </a:p>
      </dgm:t>
    </dgm:pt>
    <dgm:pt modelId="{AB9A651E-2EF9-49E1-9FAB-4DB47460610B}" type="parTrans" cxnId="{08A941B1-7C20-48EA-9C41-7472D9CC3753}">
      <dgm:prSet/>
      <dgm:spPr/>
      <dgm:t>
        <a:bodyPr/>
        <a:lstStyle/>
        <a:p>
          <a:endParaRPr lang="en-US"/>
        </a:p>
      </dgm:t>
    </dgm:pt>
    <dgm:pt modelId="{91A850F4-C7AC-485C-ACCC-F9209FF6DD7E}" type="sibTrans" cxnId="{08A941B1-7C20-48EA-9C41-7472D9CC3753}">
      <dgm:prSet/>
      <dgm:spPr/>
      <dgm:t>
        <a:bodyPr/>
        <a:lstStyle/>
        <a:p>
          <a:endParaRPr lang="en-US"/>
        </a:p>
      </dgm:t>
    </dgm:pt>
    <dgm:pt modelId="{70D9B50D-D496-474A-97C8-89F0655E8D50}">
      <dgm:prSet/>
      <dgm:spPr/>
      <dgm:t>
        <a:bodyPr/>
        <a:lstStyle/>
        <a:p>
          <a:r>
            <a:rPr lang="es-ES" b="1" dirty="0">
              <a:solidFill>
                <a:schemeClr val="tx2"/>
              </a:solidFill>
            </a:rPr>
            <a:t>1. Cada docente selecciona un área de su práctica (ej. comprensión lectora, matemáticas).</a:t>
          </a:r>
          <a:endParaRPr lang="en-US" b="1" dirty="0">
            <a:solidFill>
              <a:schemeClr val="tx2"/>
            </a:solidFill>
          </a:endParaRPr>
        </a:p>
      </dgm:t>
    </dgm:pt>
    <dgm:pt modelId="{3F2CF3E3-BF08-4EF8-8B63-2493C2E47908}" type="parTrans" cxnId="{EB47EF4B-1128-44F2-BC25-5AB54A84B6BE}">
      <dgm:prSet/>
      <dgm:spPr/>
      <dgm:t>
        <a:bodyPr/>
        <a:lstStyle/>
        <a:p>
          <a:endParaRPr lang="en-US"/>
        </a:p>
      </dgm:t>
    </dgm:pt>
    <dgm:pt modelId="{54623CE8-050E-4ADC-A75E-F54473576C4B}" type="sibTrans" cxnId="{EB47EF4B-1128-44F2-BC25-5AB54A84B6BE}">
      <dgm:prSet/>
      <dgm:spPr/>
      <dgm:t>
        <a:bodyPr/>
        <a:lstStyle/>
        <a:p>
          <a:endParaRPr lang="en-US"/>
        </a:p>
      </dgm:t>
    </dgm:pt>
    <dgm:pt modelId="{16ABB751-C4D4-4A1F-9598-5E9617DE32E9}">
      <dgm:prSet/>
      <dgm:spPr/>
      <dgm:t>
        <a:bodyPr/>
        <a:lstStyle/>
        <a:p>
          <a:r>
            <a:rPr lang="es-ES" b="1" dirty="0">
              <a:solidFill>
                <a:schemeClr val="tx2"/>
              </a:solidFill>
            </a:rPr>
            <a:t>2. Formular una meta SMART (Específica, Medible, Alcanzable, Realista, Temporal</a:t>
          </a:r>
          <a:r>
            <a:rPr lang="es-ES" dirty="0"/>
            <a:t>).</a:t>
          </a:r>
          <a:endParaRPr lang="en-US" dirty="0"/>
        </a:p>
      </dgm:t>
    </dgm:pt>
    <dgm:pt modelId="{B0817C3E-1FBF-49FD-82ED-473116E34EC6}" type="parTrans" cxnId="{045FE0DA-F75C-4A23-BB9F-92F887D9FD9C}">
      <dgm:prSet/>
      <dgm:spPr/>
      <dgm:t>
        <a:bodyPr/>
        <a:lstStyle/>
        <a:p>
          <a:endParaRPr lang="en-US"/>
        </a:p>
      </dgm:t>
    </dgm:pt>
    <dgm:pt modelId="{5F11856A-38F5-4AD2-8021-1ECB77A2898F}" type="sibTrans" cxnId="{045FE0DA-F75C-4A23-BB9F-92F887D9FD9C}">
      <dgm:prSet/>
      <dgm:spPr/>
      <dgm:t>
        <a:bodyPr/>
        <a:lstStyle/>
        <a:p>
          <a:endParaRPr lang="en-US"/>
        </a:p>
      </dgm:t>
    </dgm:pt>
    <dgm:pt modelId="{F357C32F-D6AD-43C1-959E-23A06682D78E}" type="pres">
      <dgm:prSet presAssocID="{6F9E15E6-41E8-4802-A86F-84ACB04C37C3}" presName="vert0" presStyleCnt="0">
        <dgm:presLayoutVars>
          <dgm:dir/>
          <dgm:animOne val="branch"/>
          <dgm:animLvl val="lvl"/>
        </dgm:presLayoutVars>
      </dgm:prSet>
      <dgm:spPr/>
    </dgm:pt>
    <dgm:pt modelId="{F7860DFA-440A-468B-8E37-D06F6FB76187}" type="pres">
      <dgm:prSet presAssocID="{936AB091-E2C2-41B3-ABF7-DBC035846042}" presName="thickLine" presStyleLbl="alignNode1" presStyleIdx="0" presStyleCnt="4"/>
      <dgm:spPr/>
    </dgm:pt>
    <dgm:pt modelId="{2DE4CF2E-C757-4237-B4C6-2FFB2D507BBA}" type="pres">
      <dgm:prSet presAssocID="{936AB091-E2C2-41B3-ABF7-DBC035846042}" presName="horz1" presStyleCnt="0"/>
      <dgm:spPr/>
    </dgm:pt>
    <dgm:pt modelId="{A58D555C-3981-499C-9F7F-20358BD92E3C}" type="pres">
      <dgm:prSet presAssocID="{936AB091-E2C2-41B3-ABF7-DBC035846042}" presName="tx1" presStyleLbl="revTx" presStyleIdx="0" presStyleCnt="4"/>
      <dgm:spPr/>
    </dgm:pt>
    <dgm:pt modelId="{C0344FFE-8F75-45FD-8D7B-1C7F1FA54923}" type="pres">
      <dgm:prSet presAssocID="{936AB091-E2C2-41B3-ABF7-DBC035846042}" presName="vert1" presStyleCnt="0"/>
      <dgm:spPr/>
    </dgm:pt>
    <dgm:pt modelId="{6ED2B7EC-48BA-4DAB-9AAF-75301949E5DC}" type="pres">
      <dgm:prSet presAssocID="{C6554E44-B6CD-46CD-A4F0-D8B577C6E4C6}" presName="thickLine" presStyleLbl="alignNode1" presStyleIdx="1" presStyleCnt="4"/>
      <dgm:spPr/>
    </dgm:pt>
    <dgm:pt modelId="{987FF2AC-A8A5-4A71-8D4D-8024CEE0D78F}" type="pres">
      <dgm:prSet presAssocID="{C6554E44-B6CD-46CD-A4F0-D8B577C6E4C6}" presName="horz1" presStyleCnt="0"/>
      <dgm:spPr/>
    </dgm:pt>
    <dgm:pt modelId="{3881BF1B-6F92-43BE-8C99-3B3CA7BACC7F}" type="pres">
      <dgm:prSet presAssocID="{C6554E44-B6CD-46CD-A4F0-D8B577C6E4C6}" presName="tx1" presStyleLbl="revTx" presStyleIdx="1" presStyleCnt="4"/>
      <dgm:spPr/>
    </dgm:pt>
    <dgm:pt modelId="{4EFE8164-AC0A-41C7-90FA-A3D767629197}" type="pres">
      <dgm:prSet presAssocID="{C6554E44-B6CD-46CD-A4F0-D8B577C6E4C6}" presName="vert1" presStyleCnt="0"/>
      <dgm:spPr/>
    </dgm:pt>
    <dgm:pt modelId="{131EBD29-EDB0-4815-AA3C-D96E89B6BBDB}" type="pres">
      <dgm:prSet presAssocID="{70D9B50D-D496-474A-97C8-89F0655E8D50}" presName="thickLine" presStyleLbl="alignNode1" presStyleIdx="2" presStyleCnt="4"/>
      <dgm:spPr/>
    </dgm:pt>
    <dgm:pt modelId="{69866924-0990-4450-A835-7A2F01962200}" type="pres">
      <dgm:prSet presAssocID="{70D9B50D-D496-474A-97C8-89F0655E8D50}" presName="horz1" presStyleCnt="0"/>
      <dgm:spPr/>
    </dgm:pt>
    <dgm:pt modelId="{65DAE504-0796-499B-855F-826EDCFDA11F}" type="pres">
      <dgm:prSet presAssocID="{70D9B50D-D496-474A-97C8-89F0655E8D50}" presName="tx1" presStyleLbl="revTx" presStyleIdx="2" presStyleCnt="4"/>
      <dgm:spPr/>
    </dgm:pt>
    <dgm:pt modelId="{641E0844-8367-403D-B512-3330340B0C26}" type="pres">
      <dgm:prSet presAssocID="{70D9B50D-D496-474A-97C8-89F0655E8D50}" presName="vert1" presStyleCnt="0"/>
      <dgm:spPr/>
    </dgm:pt>
    <dgm:pt modelId="{A880A5DE-CE45-4069-8FE9-FEEBCC3866E6}" type="pres">
      <dgm:prSet presAssocID="{16ABB751-C4D4-4A1F-9598-5E9617DE32E9}" presName="thickLine" presStyleLbl="alignNode1" presStyleIdx="3" presStyleCnt="4"/>
      <dgm:spPr/>
    </dgm:pt>
    <dgm:pt modelId="{4EB58A88-85BA-4CD0-B9B4-35CE5CEA090F}" type="pres">
      <dgm:prSet presAssocID="{16ABB751-C4D4-4A1F-9598-5E9617DE32E9}" presName="horz1" presStyleCnt="0"/>
      <dgm:spPr/>
    </dgm:pt>
    <dgm:pt modelId="{B4BA61BA-F348-4948-86CA-587D3694E458}" type="pres">
      <dgm:prSet presAssocID="{16ABB751-C4D4-4A1F-9598-5E9617DE32E9}" presName="tx1" presStyleLbl="revTx" presStyleIdx="3" presStyleCnt="4"/>
      <dgm:spPr/>
    </dgm:pt>
    <dgm:pt modelId="{ED24EB46-FA50-414B-9B2E-60299BB3A864}" type="pres">
      <dgm:prSet presAssocID="{16ABB751-C4D4-4A1F-9598-5E9617DE32E9}" presName="vert1" presStyleCnt="0"/>
      <dgm:spPr/>
    </dgm:pt>
  </dgm:ptLst>
  <dgm:cxnLst>
    <dgm:cxn modelId="{4BD1B42D-FBC4-4539-86CD-B528A8A11698}" srcId="{6F9E15E6-41E8-4802-A86F-84ACB04C37C3}" destId="{936AB091-E2C2-41B3-ABF7-DBC035846042}" srcOrd="0" destOrd="0" parTransId="{BCC706C7-FBD2-436B-898C-9A4E808DA8EC}" sibTransId="{29C53D95-9872-4267-840E-6F806DE2FF6B}"/>
    <dgm:cxn modelId="{EB47EF4B-1128-44F2-BC25-5AB54A84B6BE}" srcId="{6F9E15E6-41E8-4802-A86F-84ACB04C37C3}" destId="{70D9B50D-D496-474A-97C8-89F0655E8D50}" srcOrd="2" destOrd="0" parTransId="{3F2CF3E3-BF08-4EF8-8B63-2493C2E47908}" sibTransId="{54623CE8-050E-4ADC-A75E-F54473576C4B}"/>
    <dgm:cxn modelId="{45EEB676-A304-4D79-978E-ADBE001BD66F}" type="presOf" srcId="{70D9B50D-D496-474A-97C8-89F0655E8D50}" destId="{65DAE504-0796-499B-855F-826EDCFDA11F}" srcOrd="0" destOrd="0" presId="urn:microsoft.com/office/officeart/2008/layout/LinedList"/>
    <dgm:cxn modelId="{278C0682-CDCE-4FD6-BD8B-361706AE8826}" type="presOf" srcId="{6F9E15E6-41E8-4802-A86F-84ACB04C37C3}" destId="{F357C32F-D6AD-43C1-959E-23A06682D78E}" srcOrd="0" destOrd="0" presId="urn:microsoft.com/office/officeart/2008/layout/LinedList"/>
    <dgm:cxn modelId="{6D51FD8A-13A6-4A88-9035-D49372AA2384}" type="presOf" srcId="{936AB091-E2C2-41B3-ABF7-DBC035846042}" destId="{A58D555C-3981-499C-9F7F-20358BD92E3C}" srcOrd="0" destOrd="0" presId="urn:microsoft.com/office/officeart/2008/layout/LinedList"/>
    <dgm:cxn modelId="{08A941B1-7C20-48EA-9C41-7472D9CC3753}" srcId="{6F9E15E6-41E8-4802-A86F-84ACB04C37C3}" destId="{C6554E44-B6CD-46CD-A4F0-D8B577C6E4C6}" srcOrd="1" destOrd="0" parTransId="{AB9A651E-2EF9-49E1-9FAB-4DB47460610B}" sibTransId="{91A850F4-C7AC-485C-ACCC-F9209FF6DD7E}"/>
    <dgm:cxn modelId="{045FE0DA-F75C-4A23-BB9F-92F887D9FD9C}" srcId="{6F9E15E6-41E8-4802-A86F-84ACB04C37C3}" destId="{16ABB751-C4D4-4A1F-9598-5E9617DE32E9}" srcOrd="3" destOrd="0" parTransId="{B0817C3E-1FBF-49FD-82ED-473116E34EC6}" sibTransId="{5F11856A-38F5-4AD2-8021-1ECB77A2898F}"/>
    <dgm:cxn modelId="{20E8ECDA-E58B-4072-834F-E8345D4EB8FA}" type="presOf" srcId="{C6554E44-B6CD-46CD-A4F0-D8B577C6E4C6}" destId="{3881BF1B-6F92-43BE-8C99-3B3CA7BACC7F}" srcOrd="0" destOrd="0" presId="urn:microsoft.com/office/officeart/2008/layout/LinedList"/>
    <dgm:cxn modelId="{E6B7D8ED-B2AA-47A8-BC5E-93450DAA7949}" type="presOf" srcId="{16ABB751-C4D4-4A1F-9598-5E9617DE32E9}" destId="{B4BA61BA-F348-4948-86CA-587D3694E458}" srcOrd="0" destOrd="0" presId="urn:microsoft.com/office/officeart/2008/layout/LinedList"/>
    <dgm:cxn modelId="{F861B9D6-0FD6-4C72-AF75-4D366E7CBED2}" type="presParOf" srcId="{F357C32F-D6AD-43C1-959E-23A06682D78E}" destId="{F7860DFA-440A-468B-8E37-D06F6FB76187}" srcOrd="0" destOrd="0" presId="urn:microsoft.com/office/officeart/2008/layout/LinedList"/>
    <dgm:cxn modelId="{DCC87D53-4E5B-4AAE-92DC-957DC480D0E7}" type="presParOf" srcId="{F357C32F-D6AD-43C1-959E-23A06682D78E}" destId="{2DE4CF2E-C757-4237-B4C6-2FFB2D507BBA}" srcOrd="1" destOrd="0" presId="urn:microsoft.com/office/officeart/2008/layout/LinedList"/>
    <dgm:cxn modelId="{C851B9BB-A674-4161-A2D4-B2DA9C06077B}" type="presParOf" srcId="{2DE4CF2E-C757-4237-B4C6-2FFB2D507BBA}" destId="{A58D555C-3981-499C-9F7F-20358BD92E3C}" srcOrd="0" destOrd="0" presId="urn:microsoft.com/office/officeart/2008/layout/LinedList"/>
    <dgm:cxn modelId="{47E1C3D5-2ABF-4F80-9396-8D1707D210EF}" type="presParOf" srcId="{2DE4CF2E-C757-4237-B4C6-2FFB2D507BBA}" destId="{C0344FFE-8F75-45FD-8D7B-1C7F1FA54923}" srcOrd="1" destOrd="0" presId="urn:microsoft.com/office/officeart/2008/layout/LinedList"/>
    <dgm:cxn modelId="{900CC9B6-18B7-43C6-8109-1FDB93DBF99D}" type="presParOf" srcId="{F357C32F-D6AD-43C1-959E-23A06682D78E}" destId="{6ED2B7EC-48BA-4DAB-9AAF-75301949E5DC}" srcOrd="2" destOrd="0" presId="urn:microsoft.com/office/officeart/2008/layout/LinedList"/>
    <dgm:cxn modelId="{A6F8C792-1F3F-4F7A-8458-438E4E7443B5}" type="presParOf" srcId="{F357C32F-D6AD-43C1-959E-23A06682D78E}" destId="{987FF2AC-A8A5-4A71-8D4D-8024CEE0D78F}" srcOrd="3" destOrd="0" presId="urn:microsoft.com/office/officeart/2008/layout/LinedList"/>
    <dgm:cxn modelId="{BB20DCE2-446D-4767-950E-2BACB0521B86}" type="presParOf" srcId="{987FF2AC-A8A5-4A71-8D4D-8024CEE0D78F}" destId="{3881BF1B-6F92-43BE-8C99-3B3CA7BACC7F}" srcOrd="0" destOrd="0" presId="urn:microsoft.com/office/officeart/2008/layout/LinedList"/>
    <dgm:cxn modelId="{D9CC7818-8405-4577-9378-CD1C07AB4FEE}" type="presParOf" srcId="{987FF2AC-A8A5-4A71-8D4D-8024CEE0D78F}" destId="{4EFE8164-AC0A-41C7-90FA-A3D767629197}" srcOrd="1" destOrd="0" presId="urn:microsoft.com/office/officeart/2008/layout/LinedList"/>
    <dgm:cxn modelId="{B465131B-39FD-49BB-98C9-159EF9426368}" type="presParOf" srcId="{F357C32F-D6AD-43C1-959E-23A06682D78E}" destId="{131EBD29-EDB0-4815-AA3C-D96E89B6BBDB}" srcOrd="4" destOrd="0" presId="urn:microsoft.com/office/officeart/2008/layout/LinedList"/>
    <dgm:cxn modelId="{6334A5A4-7718-4BE0-9134-3660BE67441A}" type="presParOf" srcId="{F357C32F-D6AD-43C1-959E-23A06682D78E}" destId="{69866924-0990-4450-A835-7A2F01962200}" srcOrd="5" destOrd="0" presId="urn:microsoft.com/office/officeart/2008/layout/LinedList"/>
    <dgm:cxn modelId="{4C1CDEB0-7DED-444B-A970-46AFC161AFB3}" type="presParOf" srcId="{69866924-0990-4450-A835-7A2F01962200}" destId="{65DAE504-0796-499B-855F-826EDCFDA11F}" srcOrd="0" destOrd="0" presId="urn:microsoft.com/office/officeart/2008/layout/LinedList"/>
    <dgm:cxn modelId="{FAA498D2-425A-4727-88C2-80B61E5C1C7D}" type="presParOf" srcId="{69866924-0990-4450-A835-7A2F01962200}" destId="{641E0844-8367-403D-B512-3330340B0C26}" srcOrd="1" destOrd="0" presId="urn:microsoft.com/office/officeart/2008/layout/LinedList"/>
    <dgm:cxn modelId="{5603CE18-8FF3-429F-A15E-2B23B999E566}" type="presParOf" srcId="{F357C32F-D6AD-43C1-959E-23A06682D78E}" destId="{A880A5DE-CE45-4069-8FE9-FEEBCC3866E6}" srcOrd="6" destOrd="0" presId="urn:microsoft.com/office/officeart/2008/layout/LinedList"/>
    <dgm:cxn modelId="{456F78F8-5CCA-4BA1-A84A-B0B8955B474E}" type="presParOf" srcId="{F357C32F-D6AD-43C1-959E-23A06682D78E}" destId="{4EB58A88-85BA-4CD0-B9B4-35CE5CEA090F}" srcOrd="7" destOrd="0" presId="urn:microsoft.com/office/officeart/2008/layout/LinedList"/>
    <dgm:cxn modelId="{EE4DE718-CD0E-46C6-A167-8F502B8BE150}" type="presParOf" srcId="{4EB58A88-85BA-4CD0-B9B4-35CE5CEA090F}" destId="{B4BA61BA-F348-4948-86CA-587D3694E458}" srcOrd="0" destOrd="0" presId="urn:microsoft.com/office/officeart/2008/layout/LinedList"/>
    <dgm:cxn modelId="{0448161C-7BFD-461C-863B-E1D8F3B7EA79}" type="presParOf" srcId="{4EB58A88-85BA-4CD0-B9B4-35CE5CEA090F}" destId="{ED24EB46-FA50-414B-9B2E-60299BB3A86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4A16CA6-D44A-4EA1-A54A-93F733C24138}"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8F738A8-7812-432A-ABB1-90F5B60E8575}">
      <dgm:prSet/>
      <dgm:spPr/>
      <dgm:t>
        <a:bodyPr/>
        <a:lstStyle/>
        <a:p>
          <a:r>
            <a:rPr lang="es-ES" b="1" dirty="0">
              <a:solidFill>
                <a:schemeClr val="tx2"/>
              </a:solidFill>
            </a:rPr>
            <a:t>3. Evaluar la meta utilizando la rúbrica del Modelo GROW:</a:t>
          </a:r>
          <a:endParaRPr lang="en-US" b="1" dirty="0">
            <a:solidFill>
              <a:schemeClr val="tx2"/>
            </a:solidFill>
          </a:endParaRPr>
        </a:p>
      </dgm:t>
    </dgm:pt>
    <dgm:pt modelId="{3389DBE2-4A9C-4CBD-8C3E-C16111D2BAA5}" type="parTrans" cxnId="{2F495F7F-493A-47A6-8D46-4D9AFF313454}">
      <dgm:prSet/>
      <dgm:spPr/>
      <dgm:t>
        <a:bodyPr/>
        <a:lstStyle/>
        <a:p>
          <a:endParaRPr lang="en-US"/>
        </a:p>
      </dgm:t>
    </dgm:pt>
    <dgm:pt modelId="{224E5758-9521-48FA-A995-8E4949B30F27}" type="sibTrans" cxnId="{2F495F7F-493A-47A6-8D46-4D9AFF313454}">
      <dgm:prSet/>
      <dgm:spPr/>
      <dgm:t>
        <a:bodyPr/>
        <a:lstStyle/>
        <a:p>
          <a:endParaRPr lang="en-US"/>
        </a:p>
      </dgm:t>
    </dgm:pt>
    <dgm:pt modelId="{276A8D09-ABE6-4BF9-BBCD-F0E511C9AC1A}">
      <dgm:prSet/>
      <dgm:spPr/>
      <dgm:t>
        <a:bodyPr/>
        <a:lstStyle/>
        <a:p>
          <a:r>
            <a:rPr lang="es-ES" b="1" dirty="0">
              <a:solidFill>
                <a:schemeClr val="tx2"/>
              </a:solidFill>
            </a:rPr>
            <a:t>• Claridad de la meta.</a:t>
          </a:r>
          <a:endParaRPr lang="en-US" b="1" dirty="0">
            <a:solidFill>
              <a:schemeClr val="tx2"/>
            </a:solidFill>
          </a:endParaRPr>
        </a:p>
      </dgm:t>
    </dgm:pt>
    <dgm:pt modelId="{4B4DAF3C-0AED-4E8F-9EB2-1566072ACE34}" type="parTrans" cxnId="{0DD69A72-A75C-40B3-B001-6A535EB0794E}">
      <dgm:prSet/>
      <dgm:spPr/>
      <dgm:t>
        <a:bodyPr/>
        <a:lstStyle/>
        <a:p>
          <a:endParaRPr lang="en-US"/>
        </a:p>
      </dgm:t>
    </dgm:pt>
    <dgm:pt modelId="{084E12F4-3742-430B-B862-189D4D6082C7}" type="sibTrans" cxnId="{0DD69A72-A75C-40B3-B001-6A535EB0794E}">
      <dgm:prSet/>
      <dgm:spPr/>
      <dgm:t>
        <a:bodyPr/>
        <a:lstStyle/>
        <a:p>
          <a:endParaRPr lang="en-US"/>
        </a:p>
      </dgm:t>
    </dgm:pt>
    <dgm:pt modelId="{32733FC1-C126-4920-82B9-E0ABBDB8B4C2}">
      <dgm:prSet custT="1"/>
      <dgm:spPr/>
      <dgm:t>
        <a:bodyPr/>
        <a:lstStyle/>
        <a:p>
          <a:r>
            <a:rPr lang="es-ES" sz="2400" b="1" dirty="0">
              <a:solidFill>
                <a:schemeClr val="tx2"/>
              </a:solidFill>
            </a:rPr>
            <a:t>• Pertinencia de los objetivos.</a:t>
          </a:r>
          <a:endParaRPr lang="en-US" sz="2400" b="1" dirty="0">
            <a:solidFill>
              <a:schemeClr val="tx2"/>
            </a:solidFill>
          </a:endParaRPr>
        </a:p>
      </dgm:t>
    </dgm:pt>
    <dgm:pt modelId="{7C63C5D6-8CCC-416D-98D8-87FC987B0889}" type="parTrans" cxnId="{9F205D81-95F1-45B7-9CEE-F1CB117EF792}">
      <dgm:prSet/>
      <dgm:spPr/>
      <dgm:t>
        <a:bodyPr/>
        <a:lstStyle/>
        <a:p>
          <a:endParaRPr lang="en-US"/>
        </a:p>
      </dgm:t>
    </dgm:pt>
    <dgm:pt modelId="{78AC0507-BEEF-4C87-B6E1-178D7D0BD811}" type="sibTrans" cxnId="{9F205D81-95F1-45B7-9CEE-F1CB117EF792}">
      <dgm:prSet/>
      <dgm:spPr/>
      <dgm:t>
        <a:bodyPr/>
        <a:lstStyle/>
        <a:p>
          <a:endParaRPr lang="en-US"/>
        </a:p>
      </dgm:t>
    </dgm:pt>
    <dgm:pt modelId="{7746E15E-FB3D-4042-9E63-26BBD63D8147}">
      <dgm:prSet custT="1"/>
      <dgm:spPr/>
      <dgm:t>
        <a:bodyPr/>
        <a:lstStyle/>
        <a:p>
          <a:r>
            <a:rPr lang="es-ES" sz="2400" b="1" dirty="0">
              <a:solidFill>
                <a:schemeClr val="tx2"/>
              </a:solidFill>
            </a:rPr>
            <a:t>• Realismo del plan.</a:t>
          </a:r>
          <a:endParaRPr lang="en-US" sz="2400" b="1" dirty="0">
            <a:solidFill>
              <a:schemeClr val="tx2"/>
            </a:solidFill>
          </a:endParaRPr>
        </a:p>
      </dgm:t>
    </dgm:pt>
    <dgm:pt modelId="{FE95E981-AA0A-46A7-AB45-25EAE3F0EE96}" type="parTrans" cxnId="{16EBE128-6C40-457B-9AD0-8D4464C0FC7B}">
      <dgm:prSet/>
      <dgm:spPr/>
      <dgm:t>
        <a:bodyPr/>
        <a:lstStyle/>
        <a:p>
          <a:endParaRPr lang="en-US"/>
        </a:p>
      </dgm:t>
    </dgm:pt>
    <dgm:pt modelId="{1172BC08-4494-45C1-8F06-2800FD07C958}" type="sibTrans" cxnId="{16EBE128-6C40-457B-9AD0-8D4464C0FC7B}">
      <dgm:prSet/>
      <dgm:spPr/>
      <dgm:t>
        <a:bodyPr/>
        <a:lstStyle/>
        <a:p>
          <a:endParaRPr lang="en-US"/>
        </a:p>
      </dgm:t>
    </dgm:pt>
    <dgm:pt modelId="{EE4DAECF-7397-410B-8F8B-4CC9AB838267}">
      <dgm:prSet custT="1"/>
      <dgm:spPr/>
      <dgm:t>
        <a:bodyPr/>
        <a:lstStyle/>
        <a:p>
          <a:r>
            <a:rPr lang="es-ES" sz="2400" b="1" dirty="0">
              <a:solidFill>
                <a:schemeClr val="tx2"/>
              </a:solidFill>
            </a:rPr>
            <a:t>• Opciones propuestas.</a:t>
          </a:r>
          <a:endParaRPr lang="en-US" sz="2400" b="1" dirty="0">
            <a:solidFill>
              <a:schemeClr val="tx2"/>
            </a:solidFill>
          </a:endParaRPr>
        </a:p>
      </dgm:t>
    </dgm:pt>
    <dgm:pt modelId="{39058624-4A0C-4180-B1F0-EFBC36A26B55}" type="parTrans" cxnId="{8A5520E7-8C53-45E3-9A0D-00EBCEEF0C4A}">
      <dgm:prSet/>
      <dgm:spPr/>
      <dgm:t>
        <a:bodyPr/>
        <a:lstStyle/>
        <a:p>
          <a:endParaRPr lang="en-US"/>
        </a:p>
      </dgm:t>
    </dgm:pt>
    <dgm:pt modelId="{584B599D-B54D-4DA3-AE2F-C72A2E5112E3}" type="sibTrans" cxnId="{8A5520E7-8C53-45E3-9A0D-00EBCEEF0C4A}">
      <dgm:prSet/>
      <dgm:spPr/>
      <dgm:t>
        <a:bodyPr/>
        <a:lstStyle/>
        <a:p>
          <a:endParaRPr lang="en-US"/>
        </a:p>
      </dgm:t>
    </dgm:pt>
    <dgm:pt modelId="{7AA62A0E-5157-4A9E-87A9-FA9CAB85BBF5}">
      <dgm:prSet custT="1"/>
      <dgm:spPr/>
      <dgm:t>
        <a:bodyPr/>
        <a:lstStyle/>
        <a:p>
          <a:r>
            <a:rPr lang="es-ES" sz="2400" b="1" dirty="0">
              <a:solidFill>
                <a:schemeClr val="tx2"/>
              </a:solidFill>
            </a:rPr>
            <a:t>• Plan de acción detallado.</a:t>
          </a:r>
          <a:endParaRPr lang="en-US" sz="2400" b="1" dirty="0">
            <a:solidFill>
              <a:schemeClr val="tx2"/>
            </a:solidFill>
          </a:endParaRPr>
        </a:p>
      </dgm:t>
    </dgm:pt>
    <dgm:pt modelId="{14899D45-FDFD-4FDE-AD74-443A4EA39A53}" type="parTrans" cxnId="{8374BB72-0091-4708-9F63-2ADD87BDA0BB}">
      <dgm:prSet/>
      <dgm:spPr/>
      <dgm:t>
        <a:bodyPr/>
        <a:lstStyle/>
        <a:p>
          <a:endParaRPr lang="en-US"/>
        </a:p>
      </dgm:t>
    </dgm:pt>
    <dgm:pt modelId="{46C0CFE2-FFE2-4023-A8B6-702FBFC418A7}" type="sibTrans" cxnId="{8374BB72-0091-4708-9F63-2ADD87BDA0BB}">
      <dgm:prSet/>
      <dgm:spPr/>
      <dgm:t>
        <a:bodyPr/>
        <a:lstStyle/>
        <a:p>
          <a:endParaRPr lang="en-US"/>
        </a:p>
      </dgm:t>
    </dgm:pt>
    <dgm:pt modelId="{BEE3556E-B342-41DB-82BE-924664ED0730}">
      <dgm:prSet custT="1"/>
      <dgm:spPr/>
      <dgm:t>
        <a:bodyPr/>
        <a:lstStyle/>
        <a:p>
          <a:r>
            <a:rPr lang="es-ES" sz="2100" b="1" dirty="0">
              <a:solidFill>
                <a:schemeClr val="tx2"/>
              </a:solidFill>
            </a:rPr>
            <a:t>4</a:t>
          </a:r>
          <a:r>
            <a:rPr lang="es-ES" sz="2400" b="1" dirty="0">
              <a:solidFill>
                <a:schemeClr val="tx2"/>
              </a:solidFill>
            </a:rPr>
            <a:t>. Compartir en plenaria ejemplos seleccionados</a:t>
          </a:r>
          <a:r>
            <a:rPr lang="es-ES" sz="2100" dirty="0"/>
            <a:t>.</a:t>
          </a:r>
          <a:endParaRPr lang="en-US" sz="2100" dirty="0"/>
        </a:p>
      </dgm:t>
    </dgm:pt>
    <dgm:pt modelId="{BDE5B751-0E86-455D-95DB-ACAFD5A745CD}" type="parTrans" cxnId="{214B1B55-4027-40AE-8993-F9742146FEF1}">
      <dgm:prSet/>
      <dgm:spPr/>
      <dgm:t>
        <a:bodyPr/>
        <a:lstStyle/>
        <a:p>
          <a:endParaRPr lang="en-US"/>
        </a:p>
      </dgm:t>
    </dgm:pt>
    <dgm:pt modelId="{1CF92E37-8225-4C80-94AA-6020C824E0AC}" type="sibTrans" cxnId="{214B1B55-4027-40AE-8993-F9742146FEF1}">
      <dgm:prSet/>
      <dgm:spPr/>
      <dgm:t>
        <a:bodyPr/>
        <a:lstStyle/>
        <a:p>
          <a:endParaRPr lang="en-US"/>
        </a:p>
      </dgm:t>
    </dgm:pt>
    <dgm:pt modelId="{C5E5ED90-6619-4633-8DA9-45E9C8D23977}" type="pres">
      <dgm:prSet presAssocID="{34A16CA6-D44A-4EA1-A54A-93F733C24138}" presName="vert0" presStyleCnt="0">
        <dgm:presLayoutVars>
          <dgm:dir/>
          <dgm:animOne val="branch"/>
          <dgm:animLvl val="lvl"/>
        </dgm:presLayoutVars>
      </dgm:prSet>
      <dgm:spPr/>
    </dgm:pt>
    <dgm:pt modelId="{3766A78E-0EC3-4BB3-A640-981B6D1EAE70}" type="pres">
      <dgm:prSet presAssocID="{D8F738A8-7812-432A-ABB1-90F5B60E8575}" presName="thickLine" presStyleLbl="alignNode1" presStyleIdx="0" presStyleCnt="7"/>
      <dgm:spPr/>
    </dgm:pt>
    <dgm:pt modelId="{9A54922D-3907-4BBA-BA60-76C9DFE75090}" type="pres">
      <dgm:prSet presAssocID="{D8F738A8-7812-432A-ABB1-90F5B60E8575}" presName="horz1" presStyleCnt="0"/>
      <dgm:spPr/>
    </dgm:pt>
    <dgm:pt modelId="{6C116701-6925-4A33-B675-7FA160FC09CA}" type="pres">
      <dgm:prSet presAssocID="{D8F738A8-7812-432A-ABB1-90F5B60E8575}" presName="tx1" presStyleLbl="revTx" presStyleIdx="0" presStyleCnt="7"/>
      <dgm:spPr/>
    </dgm:pt>
    <dgm:pt modelId="{FD5BE8CA-685C-47EF-8CFC-ADED41162003}" type="pres">
      <dgm:prSet presAssocID="{D8F738A8-7812-432A-ABB1-90F5B60E8575}" presName="vert1" presStyleCnt="0"/>
      <dgm:spPr/>
    </dgm:pt>
    <dgm:pt modelId="{8CD6E962-5AF9-4999-8820-4D5CB1985EED}" type="pres">
      <dgm:prSet presAssocID="{276A8D09-ABE6-4BF9-BBCD-F0E511C9AC1A}" presName="thickLine" presStyleLbl="alignNode1" presStyleIdx="1" presStyleCnt="7"/>
      <dgm:spPr/>
    </dgm:pt>
    <dgm:pt modelId="{9DF3834D-244C-4F2B-A3D6-60E8DAA305DA}" type="pres">
      <dgm:prSet presAssocID="{276A8D09-ABE6-4BF9-BBCD-F0E511C9AC1A}" presName="horz1" presStyleCnt="0"/>
      <dgm:spPr/>
    </dgm:pt>
    <dgm:pt modelId="{E652CF45-8A12-49F8-B679-324FE3ACDD44}" type="pres">
      <dgm:prSet presAssocID="{276A8D09-ABE6-4BF9-BBCD-F0E511C9AC1A}" presName="tx1" presStyleLbl="revTx" presStyleIdx="1" presStyleCnt="7"/>
      <dgm:spPr/>
    </dgm:pt>
    <dgm:pt modelId="{40626A9B-3B39-415C-8876-6BE8874C41E2}" type="pres">
      <dgm:prSet presAssocID="{276A8D09-ABE6-4BF9-BBCD-F0E511C9AC1A}" presName="vert1" presStyleCnt="0"/>
      <dgm:spPr/>
    </dgm:pt>
    <dgm:pt modelId="{14DE653A-8F62-4305-A50C-02B2F55E8170}" type="pres">
      <dgm:prSet presAssocID="{32733FC1-C126-4920-82B9-E0ABBDB8B4C2}" presName="thickLine" presStyleLbl="alignNode1" presStyleIdx="2" presStyleCnt="7"/>
      <dgm:spPr/>
    </dgm:pt>
    <dgm:pt modelId="{DF9ABAE4-351F-490A-8F86-A4252EED5E36}" type="pres">
      <dgm:prSet presAssocID="{32733FC1-C126-4920-82B9-E0ABBDB8B4C2}" presName="horz1" presStyleCnt="0"/>
      <dgm:spPr/>
    </dgm:pt>
    <dgm:pt modelId="{0C416498-EDF0-4FE1-B28B-D46EE33CCAA6}" type="pres">
      <dgm:prSet presAssocID="{32733FC1-C126-4920-82B9-E0ABBDB8B4C2}" presName="tx1" presStyleLbl="revTx" presStyleIdx="2" presStyleCnt="7"/>
      <dgm:spPr/>
    </dgm:pt>
    <dgm:pt modelId="{8D77E742-A9E7-4724-AC09-9167398E9AD7}" type="pres">
      <dgm:prSet presAssocID="{32733FC1-C126-4920-82B9-E0ABBDB8B4C2}" presName="vert1" presStyleCnt="0"/>
      <dgm:spPr/>
    </dgm:pt>
    <dgm:pt modelId="{4AD5EC1F-2E3A-4AA6-9209-64D8AE8E3F70}" type="pres">
      <dgm:prSet presAssocID="{7746E15E-FB3D-4042-9E63-26BBD63D8147}" presName="thickLine" presStyleLbl="alignNode1" presStyleIdx="3" presStyleCnt="7"/>
      <dgm:spPr/>
    </dgm:pt>
    <dgm:pt modelId="{08C56B9C-28A7-4D63-8C99-BC5AF624D291}" type="pres">
      <dgm:prSet presAssocID="{7746E15E-FB3D-4042-9E63-26BBD63D8147}" presName="horz1" presStyleCnt="0"/>
      <dgm:spPr/>
    </dgm:pt>
    <dgm:pt modelId="{51EE9F98-E2E0-4CFE-ADE4-49B3735DE6E4}" type="pres">
      <dgm:prSet presAssocID="{7746E15E-FB3D-4042-9E63-26BBD63D8147}" presName="tx1" presStyleLbl="revTx" presStyleIdx="3" presStyleCnt="7"/>
      <dgm:spPr/>
    </dgm:pt>
    <dgm:pt modelId="{75A312B0-1154-4E75-A2F0-F632880F1E5C}" type="pres">
      <dgm:prSet presAssocID="{7746E15E-FB3D-4042-9E63-26BBD63D8147}" presName="vert1" presStyleCnt="0"/>
      <dgm:spPr/>
    </dgm:pt>
    <dgm:pt modelId="{EE255755-FF18-407D-9F32-5F1E5C2C978D}" type="pres">
      <dgm:prSet presAssocID="{EE4DAECF-7397-410B-8F8B-4CC9AB838267}" presName="thickLine" presStyleLbl="alignNode1" presStyleIdx="4" presStyleCnt="7"/>
      <dgm:spPr/>
    </dgm:pt>
    <dgm:pt modelId="{DC47EFC6-2DFA-4D40-BBA6-0F4178A85C36}" type="pres">
      <dgm:prSet presAssocID="{EE4DAECF-7397-410B-8F8B-4CC9AB838267}" presName="horz1" presStyleCnt="0"/>
      <dgm:spPr/>
    </dgm:pt>
    <dgm:pt modelId="{04AF9ED3-727D-47A9-91CA-7512DB6B1B85}" type="pres">
      <dgm:prSet presAssocID="{EE4DAECF-7397-410B-8F8B-4CC9AB838267}" presName="tx1" presStyleLbl="revTx" presStyleIdx="4" presStyleCnt="7"/>
      <dgm:spPr/>
    </dgm:pt>
    <dgm:pt modelId="{6932D79C-250B-4FAF-B695-288F1A7A7B3E}" type="pres">
      <dgm:prSet presAssocID="{EE4DAECF-7397-410B-8F8B-4CC9AB838267}" presName="vert1" presStyleCnt="0"/>
      <dgm:spPr/>
    </dgm:pt>
    <dgm:pt modelId="{B461AAE3-D05E-4663-8BA5-F78C2FCBC8C8}" type="pres">
      <dgm:prSet presAssocID="{7AA62A0E-5157-4A9E-87A9-FA9CAB85BBF5}" presName="thickLine" presStyleLbl="alignNode1" presStyleIdx="5" presStyleCnt="7"/>
      <dgm:spPr/>
    </dgm:pt>
    <dgm:pt modelId="{1FFB345B-4CFF-4BA8-BB1C-852AD1839815}" type="pres">
      <dgm:prSet presAssocID="{7AA62A0E-5157-4A9E-87A9-FA9CAB85BBF5}" presName="horz1" presStyleCnt="0"/>
      <dgm:spPr/>
    </dgm:pt>
    <dgm:pt modelId="{FFF7397C-8AE7-45C3-91D6-5734BED8BD1C}" type="pres">
      <dgm:prSet presAssocID="{7AA62A0E-5157-4A9E-87A9-FA9CAB85BBF5}" presName="tx1" presStyleLbl="revTx" presStyleIdx="5" presStyleCnt="7"/>
      <dgm:spPr/>
    </dgm:pt>
    <dgm:pt modelId="{41250D5B-81DD-46F0-8FDF-F7A868657A19}" type="pres">
      <dgm:prSet presAssocID="{7AA62A0E-5157-4A9E-87A9-FA9CAB85BBF5}" presName="vert1" presStyleCnt="0"/>
      <dgm:spPr/>
    </dgm:pt>
    <dgm:pt modelId="{6B54EDE2-D2DE-4189-ADEC-8A2E8491C795}" type="pres">
      <dgm:prSet presAssocID="{BEE3556E-B342-41DB-82BE-924664ED0730}" presName="thickLine" presStyleLbl="alignNode1" presStyleIdx="6" presStyleCnt="7"/>
      <dgm:spPr/>
    </dgm:pt>
    <dgm:pt modelId="{AE249684-9500-49D4-9504-57713C7B8CF2}" type="pres">
      <dgm:prSet presAssocID="{BEE3556E-B342-41DB-82BE-924664ED0730}" presName="horz1" presStyleCnt="0"/>
      <dgm:spPr/>
    </dgm:pt>
    <dgm:pt modelId="{814FAEA6-0AAB-48F1-89F9-9A7AB3CBBA56}" type="pres">
      <dgm:prSet presAssocID="{BEE3556E-B342-41DB-82BE-924664ED0730}" presName="tx1" presStyleLbl="revTx" presStyleIdx="6" presStyleCnt="7"/>
      <dgm:spPr/>
    </dgm:pt>
    <dgm:pt modelId="{2BBF61BC-3EE3-457B-819F-E0F98C1CF41C}" type="pres">
      <dgm:prSet presAssocID="{BEE3556E-B342-41DB-82BE-924664ED0730}" presName="vert1" presStyleCnt="0"/>
      <dgm:spPr/>
    </dgm:pt>
  </dgm:ptLst>
  <dgm:cxnLst>
    <dgm:cxn modelId="{ED99890C-8252-4C07-B40D-645389775635}" type="presOf" srcId="{276A8D09-ABE6-4BF9-BBCD-F0E511C9AC1A}" destId="{E652CF45-8A12-49F8-B679-324FE3ACDD44}" srcOrd="0" destOrd="0" presId="urn:microsoft.com/office/officeart/2008/layout/LinedList"/>
    <dgm:cxn modelId="{3A100A12-A8DB-480E-86ED-A2EE40B198AA}" type="presOf" srcId="{BEE3556E-B342-41DB-82BE-924664ED0730}" destId="{814FAEA6-0AAB-48F1-89F9-9A7AB3CBBA56}" srcOrd="0" destOrd="0" presId="urn:microsoft.com/office/officeart/2008/layout/LinedList"/>
    <dgm:cxn modelId="{7C391D14-C729-4A4B-8344-901672825131}" type="presOf" srcId="{D8F738A8-7812-432A-ABB1-90F5B60E8575}" destId="{6C116701-6925-4A33-B675-7FA160FC09CA}" srcOrd="0" destOrd="0" presId="urn:microsoft.com/office/officeart/2008/layout/LinedList"/>
    <dgm:cxn modelId="{16EBE128-6C40-457B-9AD0-8D4464C0FC7B}" srcId="{34A16CA6-D44A-4EA1-A54A-93F733C24138}" destId="{7746E15E-FB3D-4042-9E63-26BBD63D8147}" srcOrd="3" destOrd="0" parTransId="{FE95E981-AA0A-46A7-AB45-25EAE3F0EE96}" sibTransId="{1172BC08-4494-45C1-8F06-2800FD07C958}"/>
    <dgm:cxn modelId="{DC9F9237-6956-449E-9931-1B621BD80343}" type="presOf" srcId="{EE4DAECF-7397-410B-8F8B-4CC9AB838267}" destId="{04AF9ED3-727D-47A9-91CA-7512DB6B1B85}" srcOrd="0" destOrd="0" presId="urn:microsoft.com/office/officeart/2008/layout/LinedList"/>
    <dgm:cxn modelId="{9568D940-A8B3-48F7-8E1F-531F707A7499}" type="presOf" srcId="{7AA62A0E-5157-4A9E-87A9-FA9CAB85BBF5}" destId="{FFF7397C-8AE7-45C3-91D6-5734BED8BD1C}" srcOrd="0" destOrd="0" presId="urn:microsoft.com/office/officeart/2008/layout/LinedList"/>
    <dgm:cxn modelId="{0DD69A72-A75C-40B3-B001-6A535EB0794E}" srcId="{34A16CA6-D44A-4EA1-A54A-93F733C24138}" destId="{276A8D09-ABE6-4BF9-BBCD-F0E511C9AC1A}" srcOrd="1" destOrd="0" parTransId="{4B4DAF3C-0AED-4E8F-9EB2-1566072ACE34}" sibTransId="{084E12F4-3742-430B-B862-189D4D6082C7}"/>
    <dgm:cxn modelId="{8374BB72-0091-4708-9F63-2ADD87BDA0BB}" srcId="{34A16CA6-D44A-4EA1-A54A-93F733C24138}" destId="{7AA62A0E-5157-4A9E-87A9-FA9CAB85BBF5}" srcOrd="5" destOrd="0" parTransId="{14899D45-FDFD-4FDE-AD74-443A4EA39A53}" sibTransId="{46C0CFE2-FFE2-4023-A8B6-702FBFC418A7}"/>
    <dgm:cxn modelId="{214B1B55-4027-40AE-8993-F9742146FEF1}" srcId="{34A16CA6-D44A-4EA1-A54A-93F733C24138}" destId="{BEE3556E-B342-41DB-82BE-924664ED0730}" srcOrd="6" destOrd="0" parTransId="{BDE5B751-0E86-455D-95DB-ACAFD5A745CD}" sibTransId="{1CF92E37-8225-4C80-94AA-6020C824E0AC}"/>
    <dgm:cxn modelId="{2F495F7F-493A-47A6-8D46-4D9AFF313454}" srcId="{34A16CA6-D44A-4EA1-A54A-93F733C24138}" destId="{D8F738A8-7812-432A-ABB1-90F5B60E8575}" srcOrd="0" destOrd="0" parTransId="{3389DBE2-4A9C-4CBD-8C3E-C16111D2BAA5}" sibTransId="{224E5758-9521-48FA-A995-8E4949B30F27}"/>
    <dgm:cxn modelId="{9F205D81-95F1-45B7-9CEE-F1CB117EF792}" srcId="{34A16CA6-D44A-4EA1-A54A-93F733C24138}" destId="{32733FC1-C126-4920-82B9-E0ABBDB8B4C2}" srcOrd="2" destOrd="0" parTransId="{7C63C5D6-8CCC-416D-98D8-87FC987B0889}" sibTransId="{78AC0507-BEEF-4C87-B6E1-178D7D0BD811}"/>
    <dgm:cxn modelId="{692A9A9E-5D29-4FAA-A5DA-173B63818528}" type="presOf" srcId="{7746E15E-FB3D-4042-9E63-26BBD63D8147}" destId="{51EE9F98-E2E0-4CFE-ADE4-49B3735DE6E4}" srcOrd="0" destOrd="0" presId="urn:microsoft.com/office/officeart/2008/layout/LinedList"/>
    <dgm:cxn modelId="{F79630D1-8DA1-4B86-8E44-3D99667CE508}" type="presOf" srcId="{34A16CA6-D44A-4EA1-A54A-93F733C24138}" destId="{C5E5ED90-6619-4633-8DA9-45E9C8D23977}" srcOrd="0" destOrd="0" presId="urn:microsoft.com/office/officeart/2008/layout/LinedList"/>
    <dgm:cxn modelId="{1AC5FBD1-F8AE-4B0B-8EE0-9188F93A63B7}" type="presOf" srcId="{32733FC1-C126-4920-82B9-E0ABBDB8B4C2}" destId="{0C416498-EDF0-4FE1-B28B-D46EE33CCAA6}" srcOrd="0" destOrd="0" presId="urn:microsoft.com/office/officeart/2008/layout/LinedList"/>
    <dgm:cxn modelId="{8A5520E7-8C53-45E3-9A0D-00EBCEEF0C4A}" srcId="{34A16CA6-D44A-4EA1-A54A-93F733C24138}" destId="{EE4DAECF-7397-410B-8F8B-4CC9AB838267}" srcOrd="4" destOrd="0" parTransId="{39058624-4A0C-4180-B1F0-EFBC36A26B55}" sibTransId="{584B599D-B54D-4DA3-AE2F-C72A2E5112E3}"/>
    <dgm:cxn modelId="{0BA26891-770C-49D3-9058-A222F3FB9FD3}" type="presParOf" srcId="{C5E5ED90-6619-4633-8DA9-45E9C8D23977}" destId="{3766A78E-0EC3-4BB3-A640-981B6D1EAE70}" srcOrd="0" destOrd="0" presId="urn:microsoft.com/office/officeart/2008/layout/LinedList"/>
    <dgm:cxn modelId="{C6B4DA13-256A-4B78-9178-31EAC81AA471}" type="presParOf" srcId="{C5E5ED90-6619-4633-8DA9-45E9C8D23977}" destId="{9A54922D-3907-4BBA-BA60-76C9DFE75090}" srcOrd="1" destOrd="0" presId="urn:microsoft.com/office/officeart/2008/layout/LinedList"/>
    <dgm:cxn modelId="{1FB0CFE0-578A-4657-BFC0-57330529E7D8}" type="presParOf" srcId="{9A54922D-3907-4BBA-BA60-76C9DFE75090}" destId="{6C116701-6925-4A33-B675-7FA160FC09CA}" srcOrd="0" destOrd="0" presId="urn:microsoft.com/office/officeart/2008/layout/LinedList"/>
    <dgm:cxn modelId="{6E97AEF6-14BC-4EB1-AD74-D25AD546C9EF}" type="presParOf" srcId="{9A54922D-3907-4BBA-BA60-76C9DFE75090}" destId="{FD5BE8CA-685C-47EF-8CFC-ADED41162003}" srcOrd="1" destOrd="0" presId="urn:microsoft.com/office/officeart/2008/layout/LinedList"/>
    <dgm:cxn modelId="{CC08FB0D-83EA-4807-A996-FA71E1C139C5}" type="presParOf" srcId="{C5E5ED90-6619-4633-8DA9-45E9C8D23977}" destId="{8CD6E962-5AF9-4999-8820-4D5CB1985EED}" srcOrd="2" destOrd="0" presId="urn:microsoft.com/office/officeart/2008/layout/LinedList"/>
    <dgm:cxn modelId="{B154D4CD-CAA4-4E9E-9AB8-3CE0456C631F}" type="presParOf" srcId="{C5E5ED90-6619-4633-8DA9-45E9C8D23977}" destId="{9DF3834D-244C-4F2B-A3D6-60E8DAA305DA}" srcOrd="3" destOrd="0" presId="urn:microsoft.com/office/officeart/2008/layout/LinedList"/>
    <dgm:cxn modelId="{C73B997F-F47C-434B-94FC-E3F244DE0EE1}" type="presParOf" srcId="{9DF3834D-244C-4F2B-A3D6-60E8DAA305DA}" destId="{E652CF45-8A12-49F8-B679-324FE3ACDD44}" srcOrd="0" destOrd="0" presId="urn:microsoft.com/office/officeart/2008/layout/LinedList"/>
    <dgm:cxn modelId="{F91194B3-BEF2-4978-98EC-BA9A016BB94A}" type="presParOf" srcId="{9DF3834D-244C-4F2B-A3D6-60E8DAA305DA}" destId="{40626A9B-3B39-415C-8876-6BE8874C41E2}" srcOrd="1" destOrd="0" presId="urn:microsoft.com/office/officeart/2008/layout/LinedList"/>
    <dgm:cxn modelId="{9DC57777-FDBB-4B6D-BB7B-DEF1CB4DF598}" type="presParOf" srcId="{C5E5ED90-6619-4633-8DA9-45E9C8D23977}" destId="{14DE653A-8F62-4305-A50C-02B2F55E8170}" srcOrd="4" destOrd="0" presId="urn:microsoft.com/office/officeart/2008/layout/LinedList"/>
    <dgm:cxn modelId="{543E949B-460F-4CD2-8BD7-10AE4D082B97}" type="presParOf" srcId="{C5E5ED90-6619-4633-8DA9-45E9C8D23977}" destId="{DF9ABAE4-351F-490A-8F86-A4252EED5E36}" srcOrd="5" destOrd="0" presId="urn:microsoft.com/office/officeart/2008/layout/LinedList"/>
    <dgm:cxn modelId="{2D48B030-BB89-4870-A404-13E40F053FCF}" type="presParOf" srcId="{DF9ABAE4-351F-490A-8F86-A4252EED5E36}" destId="{0C416498-EDF0-4FE1-B28B-D46EE33CCAA6}" srcOrd="0" destOrd="0" presId="urn:microsoft.com/office/officeart/2008/layout/LinedList"/>
    <dgm:cxn modelId="{30469ACF-9D21-4069-BCA4-357F2E7E5420}" type="presParOf" srcId="{DF9ABAE4-351F-490A-8F86-A4252EED5E36}" destId="{8D77E742-A9E7-4724-AC09-9167398E9AD7}" srcOrd="1" destOrd="0" presId="urn:microsoft.com/office/officeart/2008/layout/LinedList"/>
    <dgm:cxn modelId="{8FE41181-B070-4EA0-86DA-32605C57A30B}" type="presParOf" srcId="{C5E5ED90-6619-4633-8DA9-45E9C8D23977}" destId="{4AD5EC1F-2E3A-4AA6-9209-64D8AE8E3F70}" srcOrd="6" destOrd="0" presId="urn:microsoft.com/office/officeart/2008/layout/LinedList"/>
    <dgm:cxn modelId="{BACB5E1C-982E-417C-8FA1-ED618D3397C8}" type="presParOf" srcId="{C5E5ED90-6619-4633-8DA9-45E9C8D23977}" destId="{08C56B9C-28A7-4D63-8C99-BC5AF624D291}" srcOrd="7" destOrd="0" presId="urn:microsoft.com/office/officeart/2008/layout/LinedList"/>
    <dgm:cxn modelId="{0310F7F3-B33A-4043-850A-967C62575066}" type="presParOf" srcId="{08C56B9C-28A7-4D63-8C99-BC5AF624D291}" destId="{51EE9F98-E2E0-4CFE-ADE4-49B3735DE6E4}" srcOrd="0" destOrd="0" presId="urn:microsoft.com/office/officeart/2008/layout/LinedList"/>
    <dgm:cxn modelId="{73C0DC8E-D992-4641-AC63-DE71AD05BC9C}" type="presParOf" srcId="{08C56B9C-28A7-4D63-8C99-BC5AF624D291}" destId="{75A312B0-1154-4E75-A2F0-F632880F1E5C}" srcOrd="1" destOrd="0" presId="urn:microsoft.com/office/officeart/2008/layout/LinedList"/>
    <dgm:cxn modelId="{F3CF6FAC-076D-46FF-8884-BC7932FB86BD}" type="presParOf" srcId="{C5E5ED90-6619-4633-8DA9-45E9C8D23977}" destId="{EE255755-FF18-407D-9F32-5F1E5C2C978D}" srcOrd="8" destOrd="0" presId="urn:microsoft.com/office/officeart/2008/layout/LinedList"/>
    <dgm:cxn modelId="{454718F1-8C14-484F-A423-60D84B75ED08}" type="presParOf" srcId="{C5E5ED90-6619-4633-8DA9-45E9C8D23977}" destId="{DC47EFC6-2DFA-4D40-BBA6-0F4178A85C36}" srcOrd="9" destOrd="0" presId="urn:microsoft.com/office/officeart/2008/layout/LinedList"/>
    <dgm:cxn modelId="{2CDC0ABD-7D61-465B-82FE-1FA96A23B082}" type="presParOf" srcId="{DC47EFC6-2DFA-4D40-BBA6-0F4178A85C36}" destId="{04AF9ED3-727D-47A9-91CA-7512DB6B1B85}" srcOrd="0" destOrd="0" presId="urn:microsoft.com/office/officeart/2008/layout/LinedList"/>
    <dgm:cxn modelId="{8D7CFDF6-FE9C-40CF-8B9F-FFC759996FBC}" type="presParOf" srcId="{DC47EFC6-2DFA-4D40-BBA6-0F4178A85C36}" destId="{6932D79C-250B-4FAF-B695-288F1A7A7B3E}" srcOrd="1" destOrd="0" presId="urn:microsoft.com/office/officeart/2008/layout/LinedList"/>
    <dgm:cxn modelId="{04984DF4-68A6-4624-9CA2-26062E6DE8AD}" type="presParOf" srcId="{C5E5ED90-6619-4633-8DA9-45E9C8D23977}" destId="{B461AAE3-D05E-4663-8BA5-F78C2FCBC8C8}" srcOrd="10" destOrd="0" presId="urn:microsoft.com/office/officeart/2008/layout/LinedList"/>
    <dgm:cxn modelId="{52D3F06A-71EA-49A4-A9A0-35B1A629199E}" type="presParOf" srcId="{C5E5ED90-6619-4633-8DA9-45E9C8D23977}" destId="{1FFB345B-4CFF-4BA8-BB1C-852AD1839815}" srcOrd="11" destOrd="0" presId="urn:microsoft.com/office/officeart/2008/layout/LinedList"/>
    <dgm:cxn modelId="{25A2F62F-E9A1-4FAF-9422-C57ECE1B0F5C}" type="presParOf" srcId="{1FFB345B-4CFF-4BA8-BB1C-852AD1839815}" destId="{FFF7397C-8AE7-45C3-91D6-5734BED8BD1C}" srcOrd="0" destOrd="0" presId="urn:microsoft.com/office/officeart/2008/layout/LinedList"/>
    <dgm:cxn modelId="{D39E4D66-E4B6-4B28-B0E2-C8A58F4C2597}" type="presParOf" srcId="{1FFB345B-4CFF-4BA8-BB1C-852AD1839815}" destId="{41250D5B-81DD-46F0-8FDF-F7A868657A19}" srcOrd="1" destOrd="0" presId="urn:microsoft.com/office/officeart/2008/layout/LinedList"/>
    <dgm:cxn modelId="{6AD2EB04-31E2-4C1D-9825-BA8CE34AEA84}" type="presParOf" srcId="{C5E5ED90-6619-4633-8DA9-45E9C8D23977}" destId="{6B54EDE2-D2DE-4189-ADEC-8A2E8491C795}" srcOrd="12" destOrd="0" presId="urn:microsoft.com/office/officeart/2008/layout/LinedList"/>
    <dgm:cxn modelId="{D13E8411-6C42-4E1B-9CE6-82CDBD7EF70F}" type="presParOf" srcId="{C5E5ED90-6619-4633-8DA9-45E9C8D23977}" destId="{AE249684-9500-49D4-9504-57713C7B8CF2}" srcOrd="13" destOrd="0" presId="urn:microsoft.com/office/officeart/2008/layout/LinedList"/>
    <dgm:cxn modelId="{65DD7B72-8AB2-416A-9B40-DC3ED9D94241}" type="presParOf" srcId="{AE249684-9500-49D4-9504-57713C7B8CF2}" destId="{814FAEA6-0AAB-48F1-89F9-9A7AB3CBBA56}" srcOrd="0" destOrd="0" presId="urn:microsoft.com/office/officeart/2008/layout/LinedList"/>
    <dgm:cxn modelId="{4FC38090-77F1-4B00-9DD6-F6491F9520C0}" type="presParOf" srcId="{AE249684-9500-49D4-9504-57713C7B8CF2}" destId="{2BBF61BC-3EE3-457B-819F-E0F98C1CF4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C4B5053-6587-45B1-91E8-83B14D83A75E}"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US"/>
        </a:p>
      </dgm:t>
    </dgm:pt>
    <dgm:pt modelId="{53496F0D-4066-46C0-9B96-FC9ECD9E86CE}">
      <dgm:prSet/>
      <dgm:spPr/>
      <dgm:t>
        <a:bodyPr/>
        <a:lstStyle/>
        <a:p>
          <a:r>
            <a:rPr lang="es-PR" dirty="0"/>
            <a:t>Alexander, G., &amp; Renshaw, B. (2005). </a:t>
          </a:r>
          <a:r>
            <a:rPr lang="es-PR" i="1" dirty="0" err="1"/>
            <a:t>Supercoaching</a:t>
          </a:r>
          <a:r>
            <a:rPr lang="es-PR" i="1" dirty="0"/>
            <a:t>: </a:t>
          </a:r>
          <a:r>
            <a:rPr lang="es-PR" i="1" dirty="0" err="1"/>
            <a:t>The</a:t>
          </a:r>
          <a:r>
            <a:rPr lang="es-PR" i="1" dirty="0"/>
            <a:t> </a:t>
          </a:r>
          <a:r>
            <a:rPr lang="es-PR" i="1" dirty="0" err="1"/>
            <a:t>missing</a:t>
          </a:r>
          <a:r>
            <a:rPr lang="es-PR" i="1" dirty="0"/>
            <a:t> </a:t>
          </a:r>
          <a:r>
            <a:rPr lang="es-PR" i="1" dirty="0" err="1"/>
            <a:t>ingredient</a:t>
          </a:r>
          <a:r>
            <a:rPr lang="es-PR" i="1" dirty="0"/>
            <a:t> </a:t>
          </a:r>
          <a:r>
            <a:rPr lang="es-PR" i="1" dirty="0" err="1"/>
            <a:t>for</a:t>
          </a:r>
          <a:r>
            <a:rPr lang="es-PR" i="1" dirty="0"/>
            <a:t> </a:t>
          </a:r>
          <a:r>
            <a:rPr lang="es-PR" i="1" dirty="0" err="1"/>
            <a:t>high</a:t>
          </a:r>
          <a:r>
            <a:rPr lang="es-PR" i="1" dirty="0"/>
            <a:t> performance</a:t>
          </a:r>
          <a:r>
            <a:rPr lang="es-PR" dirty="0"/>
            <a:t>. </a:t>
          </a:r>
          <a:r>
            <a:rPr lang="es-PR" dirty="0" err="1"/>
            <a:t>Random</a:t>
          </a:r>
          <a:r>
            <a:rPr lang="es-PR" dirty="0"/>
            <a:t> House Business </a:t>
          </a:r>
          <a:r>
            <a:rPr lang="es-PR" dirty="0" err="1"/>
            <a:t>Books</a:t>
          </a:r>
          <a:r>
            <a:rPr lang="es-PR" dirty="0"/>
            <a:t>.</a:t>
          </a:r>
          <a:endParaRPr lang="en-US" dirty="0"/>
        </a:p>
      </dgm:t>
    </dgm:pt>
    <dgm:pt modelId="{48C68CE3-20A4-46C9-94EC-E108714AE2A2}" type="parTrans" cxnId="{6DA142D7-B161-4B6F-9348-2F9D87E945AF}">
      <dgm:prSet/>
      <dgm:spPr/>
      <dgm:t>
        <a:bodyPr/>
        <a:lstStyle/>
        <a:p>
          <a:endParaRPr lang="en-US"/>
        </a:p>
      </dgm:t>
    </dgm:pt>
    <dgm:pt modelId="{C4DCA79F-1D54-4B82-8AD7-50A6E7DAB075}" type="sibTrans" cxnId="{6DA142D7-B161-4B6F-9348-2F9D87E945AF}">
      <dgm:prSet/>
      <dgm:spPr/>
      <dgm:t>
        <a:bodyPr/>
        <a:lstStyle/>
        <a:p>
          <a:endParaRPr lang="en-US"/>
        </a:p>
      </dgm:t>
    </dgm:pt>
    <dgm:pt modelId="{923FF039-6AA6-457C-A54B-34D9A5B2FA4D}">
      <dgm:prSet/>
      <dgm:spPr/>
      <dgm:t>
        <a:bodyPr/>
        <a:lstStyle/>
        <a:p>
          <a:r>
            <a:rPr lang="es-PR"/>
            <a:t>Fine, A., &amp; Merrill, M. (2010). </a:t>
          </a:r>
          <a:r>
            <a:rPr lang="es-PR" i="1"/>
            <a:t>You already know how to be great: A simple way to remove interference and unlock your greatest potential</a:t>
          </a:r>
          <a:r>
            <a:rPr lang="es-PR"/>
            <a:t>. Portfolio Hardcover.</a:t>
          </a:r>
          <a:endParaRPr lang="en-US"/>
        </a:p>
      </dgm:t>
    </dgm:pt>
    <dgm:pt modelId="{D2AC3DC4-501A-47E1-9F53-31720B56BE78}" type="parTrans" cxnId="{7BCB59B1-1316-4392-BB6B-A77D596C6C94}">
      <dgm:prSet/>
      <dgm:spPr/>
      <dgm:t>
        <a:bodyPr/>
        <a:lstStyle/>
        <a:p>
          <a:endParaRPr lang="en-US"/>
        </a:p>
      </dgm:t>
    </dgm:pt>
    <dgm:pt modelId="{DA045AEF-18FA-4AF4-9B92-525DFD285713}" type="sibTrans" cxnId="{7BCB59B1-1316-4392-BB6B-A77D596C6C94}">
      <dgm:prSet/>
      <dgm:spPr/>
      <dgm:t>
        <a:bodyPr/>
        <a:lstStyle/>
        <a:p>
          <a:endParaRPr lang="en-US"/>
        </a:p>
      </dgm:t>
    </dgm:pt>
    <dgm:pt modelId="{955A41F3-17F1-4CC9-8E2F-B14485BF2E17}">
      <dgm:prSet/>
      <dgm:spPr/>
      <dgm:t>
        <a:bodyPr/>
        <a:lstStyle/>
        <a:p>
          <a:r>
            <a:rPr lang="es-PR"/>
            <a:t>Grant, A. M. (2011). The solution-focused coaching model: Enhancing goal attainment, well-being, and hope. </a:t>
          </a:r>
          <a:r>
            <a:rPr lang="es-PR" i="1"/>
            <a:t>The Coaching Psychologist, 7</a:t>
          </a:r>
          <a:r>
            <a:rPr lang="es-PR"/>
            <a:t>(2), 98–106.</a:t>
          </a:r>
          <a:endParaRPr lang="en-US"/>
        </a:p>
      </dgm:t>
    </dgm:pt>
    <dgm:pt modelId="{D95418C2-D442-4E5D-A15D-F3667B0ED3CB}" type="parTrans" cxnId="{963C9D0A-8D24-4066-8043-BD0BB5E5ED14}">
      <dgm:prSet/>
      <dgm:spPr/>
      <dgm:t>
        <a:bodyPr/>
        <a:lstStyle/>
        <a:p>
          <a:endParaRPr lang="en-US"/>
        </a:p>
      </dgm:t>
    </dgm:pt>
    <dgm:pt modelId="{B9560CD7-55A9-4A64-BE3A-A78478761DA3}" type="sibTrans" cxnId="{963C9D0A-8D24-4066-8043-BD0BB5E5ED14}">
      <dgm:prSet/>
      <dgm:spPr/>
      <dgm:t>
        <a:bodyPr/>
        <a:lstStyle/>
        <a:p>
          <a:endParaRPr lang="en-US"/>
        </a:p>
      </dgm:t>
    </dgm:pt>
    <dgm:pt modelId="{B6D2E2CC-BF28-47A0-8F7D-488966FF78F5}">
      <dgm:prSet/>
      <dgm:spPr/>
      <dgm:t>
        <a:bodyPr/>
        <a:lstStyle/>
        <a:p>
          <a:r>
            <a:rPr lang="es-PR"/>
            <a:t>Grant, A. M. (2017). Coaching as evidence-based practice: The view through a multiple lens. In T. Bachkirova, G. Spence, &amp; D. Drake (Eds.), </a:t>
          </a:r>
          <a:r>
            <a:rPr lang="es-PR" i="1"/>
            <a:t>The SAGE handbook of coaching</a:t>
          </a:r>
          <a:r>
            <a:rPr lang="es-PR"/>
            <a:t> (pp. 62–84). SAGE Publications. https://doi.org/10.4135/9781529637112</a:t>
          </a:r>
          <a:endParaRPr lang="en-US"/>
        </a:p>
      </dgm:t>
    </dgm:pt>
    <dgm:pt modelId="{719D669E-FF77-4900-A1B3-E27FA0A74341}" type="parTrans" cxnId="{F2CA15A2-A528-44D8-B185-9EEE44A21FC9}">
      <dgm:prSet/>
      <dgm:spPr/>
      <dgm:t>
        <a:bodyPr/>
        <a:lstStyle/>
        <a:p>
          <a:endParaRPr lang="en-US"/>
        </a:p>
      </dgm:t>
    </dgm:pt>
    <dgm:pt modelId="{06987406-2B13-4396-A65A-6BD2ED76A631}" type="sibTrans" cxnId="{F2CA15A2-A528-44D8-B185-9EEE44A21FC9}">
      <dgm:prSet/>
      <dgm:spPr/>
      <dgm:t>
        <a:bodyPr/>
        <a:lstStyle/>
        <a:p>
          <a:endParaRPr lang="en-US"/>
        </a:p>
      </dgm:t>
    </dgm:pt>
    <dgm:pt modelId="{0774E324-87F0-4DCF-8F20-EE488DB146CA}">
      <dgm:prSet/>
      <dgm:spPr/>
      <dgm:t>
        <a:bodyPr/>
        <a:lstStyle/>
        <a:p>
          <a:r>
            <a:rPr lang="es-PR"/>
            <a:t>Whitmore, J. (2009). </a:t>
          </a:r>
          <a:r>
            <a:rPr lang="es-PR" i="1"/>
            <a:t>Coaching for performance: Growing human potential and purpose – The principles and practice of coaching and leadership</a:t>
          </a:r>
          <a:r>
            <a:rPr lang="es-PR"/>
            <a:t> (4th ed.). Nicholas Brealey Publishing.</a:t>
          </a:r>
          <a:endParaRPr lang="en-US"/>
        </a:p>
      </dgm:t>
    </dgm:pt>
    <dgm:pt modelId="{F617BDA4-E30D-4CEA-B0A9-1B21C31EC5B8}" type="parTrans" cxnId="{C029AF86-5EE7-4FDB-8857-CAF2BAFA4C51}">
      <dgm:prSet/>
      <dgm:spPr/>
      <dgm:t>
        <a:bodyPr/>
        <a:lstStyle/>
        <a:p>
          <a:endParaRPr lang="en-US"/>
        </a:p>
      </dgm:t>
    </dgm:pt>
    <dgm:pt modelId="{6C712B06-3B7C-4A55-8930-E64F8CACD332}" type="sibTrans" cxnId="{C029AF86-5EE7-4FDB-8857-CAF2BAFA4C51}">
      <dgm:prSet/>
      <dgm:spPr/>
      <dgm:t>
        <a:bodyPr/>
        <a:lstStyle/>
        <a:p>
          <a:endParaRPr lang="en-US"/>
        </a:p>
      </dgm:t>
    </dgm:pt>
    <dgm:pt modelId="{507E69F6-47A6-409C-A4EF-041659A8EF06}">
      <dgm:prSet/>
      <dgm:spPr/>
      <dgm:t>
        <a:bodyPr/>
        <a:lstStyle/>
        <a:p>
          <a:r>
            <a:rPr lang="es-PR"/>
            <a:t>Departamento de Educación de Puerto Rico. (2022). </a:t>
          </a:r>
          <a:r>
            <a:rPr lang="es-PR" i="1"/>
            <a:t>Estándares de contenido y expectativas de grado</a:t>
          </a:r>
          <a:r>
            <a:rPr lang="es-PR"/>
            <a:t>. Secretaría Auxiliar de Asuntos Académicos y Programáticos.</a:t>
          </a:r>
          <a:endParaRPr lang="en-US"/>
        </a:p>
      </dgm:t>
    </dgm:pt>
    <dgm:pt modelId="{D7723415-0736-4833-B1AD-33278139C1FF}" type="parTrans" cxnId="{A17897FE-AC4E-4A3B-AA7D-EABE497D7EF4}">
      <dgm:prSet/>
      <dgm:spPr/>
      <dgm:t>
        <a:bodyPr/>
        <a:lstStyle/>
        <a:p>
          <a:endParaRPr lang="en-US"/>
        </a:p>
      </dgm:t>
    </dgm:pt>
    <dgm:pt modelId="{3F9C4D18-791D-41F5-BFB6-2F2CFACC3CB1}" type="sibTrans" cxnId="{A17897FE-AC4E-4A3B-AA7D-EABE497D7EF4}">
      <dgm:prSet/>
      <dgm:spPr/>
      <dgm:t>
        <a:bodyPr/>
        <a:lstStyle/>
        <a:p>
          <a:endParaRPr lang="en-US"/>
        </a:p>
      </dgm:t>
    </dgm:pt>
    <dgm:pt modelId="{BF791625-CB4D-420A-9591-E372B5FEEC21}">
      <dgm:prSet/>
      <dgm:spPr/>
      <dgm:t>
        <a:bodyPr/>
        <a:lstStyle/>
        <a:p>
          <a:r>
            <a:rPr lang="es-PR"/>
            <a:t>Departamento de Educación de Puerto Rico. (2025). </a:t>
          </a:r>
          <a:r>
            <a:rPr lang="es-PR" i="1"/>
            <a:t>Plan de Datos 2025-2026: Cultura del uso de datos en las escuelas</a:t>
          </a:r>
          <a:r>
            <a:rPr lang="es-PR"/>
            <a:t>. Secretaría de Planificación y Rendimiento.</a:t>
          </a:r>
          <a:endParaRPr lang="en-US"/>
        </a:p>
      </dgm:t>
    </dgm:pt>
    <dgm:pt modelId="{C3353A2D-9AFD-4EE6-954D-DCCBD1AE29CC}" type="parTrans" cxnId="{8002317F-42B9-4551-A662-518A0FC6B2E0}">
      <dgm:prSet/>
      <dgm:spPr/>
      <dgm:t>
        <a:bodyPr/>
        <a:lstStyle/>
        <a:p>
          <a:endParaRPr lang="en-US"/>
        </a:p>
      </dgm:t>
    </dgm:pt>
    <dgm:pt modelId="{28E0D597-0C1C-4F88-8C5F-55A989A6A0E1}" type="sibTrans" cxnId="{8002317F-42B9-4551-A662-518A0FC6B2E0}">
      <dgm:prSet/>
      <dgm:spPr/>
      <dgm:t>
        <a:bodyPr/>
        <a:lstStyle/>
        <a:p>
          <a:endParaRPr lang="en-US"/>
        </a:p>
      </dgm:t>
    </dgm:pt>
    <dgm:pt modelId="{2B9FAD57-328F-492E-8A5E-7713070F29F3}">
      <dgm:prSet/>
      <dgm:spPr/>
      <dgm:t>
        <a:bodyPr/>
        <a:lstStyle/>
        <a:p>
          <a:r>
            <a:rPr lang="es-PR"/>
            <a:t>Feliciano Cintrón, L. A. (2025). </a:t>
          </a:r>
          <a:r>
            <a:rPr lang="es-PR" i="1"/>
            <a:t>Análisis de datos y modelo GROW: Crecimiento educativo</a:t>
          </a:r>
          <a:r>
            <a:rPr lang="es-PR"/>
            <a:t>. Superintendencia Auxiliar de Planificación y Rendimiento, DEPR.</a:t>
          </a:r>
          <a:endParaRPr lang="en-US"/>
        </a:p>
      </dgm:t>
    </dgm:pt>
    <dgm:pt modelId="{C75342F2-5E68-41FF-A4F8-710FA203C8CF}" type="parTrans" cxnId="{AFBEE662-B2DD-452D-9FF4-4EDDA6718B4E}">
      <dgm:prSet/>
      <dgm:spPr/>
      <dgm:t>
        <a:bodyPr/>
        <a:lstStyle/>
        <a:p>
          <a:endParaRPr lang="en-US"/>
        </a:p>
      </dgm:t>
    </dgm:pt>
    <dgm:pt modelId="{468AF562-A776-41A3-B414-315A58440DBF}" type="sibTrans" cxnId="{AFBEE662-B2DD-452D-9FF4-4EDDA6718B4E}">
      <dgm:prSet/>
      <dgm:spPr/>
      <dgm:t>
        <a:bodyPr/>
        <a:lstStyle/>
        <a:p>
          <a:endParaRPr lang="en-US"/>
        </a:p>
      </dgm:t>
    </dgm:pt>
    <dgm:pt modelId="{5A25E2FF-B3F8-4D71-A101-6723A26007D2}">
      <dgm:prSet/>
      <dgm:spPr/>
      <dgm:t>
        <a:bodyPr/>
        <a:lstStyle/>
        <a:p>
          <a:r>
            <a:rPr lang="es-PR"/>
            <a:t>Stober, D. R., &amp; Grant, A. M. (2006). </a:t>
          </a:r>
          <a:r>
            <a:rPr lang="es-PR" i="1"/>
            <a:t>Evidence based coaching handbook: Putting best practices to work for your clients</a:t>
          </a:r>
          <a:r>
            <a:rPr lang="es-PR"/>
            <a:t>. John Wiley &amp; Sons.</a:t>
          </a:r>
          <a:endParaRPr lang="en-US"/>
        </a:p>
      </dgm:t>
    </dgm:pt>
    <dgm:pt modelId="{08490616-936A-4D41-BD93-4E712C82AFA6}" type="parTrans" cxnId="{5942AAFD-B54F-49F2-882B-A504B9F91BCF}">
      <dgm:prSet/>
      <dgm:spPr/>
      <dgm:t>
        <a:bodyPr/>
        <a:lstStyle/>
        <a:p>
          <a:endParaRPr lang="en-US"/>
        </a:p>
      </dgm:t>
    </dgm:pt>
    <dgm:pt modelId="{1EFB2FF8-251E-4145-9D09-6F1DB6D1B842}" type="sibTrans" cxnId="{5942AAFD-B54F-49F2-882B-A504B9F91BCF}">
      <dgm:prSet/>
      <dgm:spPr/>
      <dgm:t>
        <a:bodyPr/>
        <a:lstStyle/>
        <a:p>
          <a:endParaRPr lang="en-US"/>
        </a:p>
      </dgm:t>
    </dgm:pt>
    <dgm:pt modelId="{60A93C6F-47C3-4293-AC1C-18F2E4DB0B26}">
      <dgm:prSet/>
      <dgm:spPr/>
      <dgm:t>
        <a:bodyPr/>
        <a:lstStyle/>
        <a:p>
          <a:r>
            <a:rPr lang="es-PR" dirty="0"/>
            <a:t>Zepeda, S. J. (2019). </a:t>
          </a:r>
          <a:r>
            <a:rPr lang="es-PR" i="1" dirty="0" err="1"/>
            <a:t>Instructional</a:t>
          </a:r>
          <a:r>
            <a:rPr lang="es-PR" i="1" dirty="0"/>
            <a:t> </a:t>
          </a:r>
          <a:r>
            <a:rPr lang="es-PR" i="1" dirty="0" err="1"/>
            <a:t>supervision</a:t>
          </a:r>
          <a:r>
            <a:rPr lang="es-PR" i="1" dirty="0"/>
            <a:t>: </a:t>
          </a:r>
          <a:r>
            <a:rPr lang="es-PR" i="1" dirty="0" err="1"/>
            <a:t>Applying</a:t>
          </a:r>
          <a:r>
            <a:rPr lang="es-PR" i="1" dirty="0"/>
            <a:t> </a:t>
          </a:r>
          <a:r>
            <a:rPr lang="es-PR" i="1" dirty="0" err="1"/>
            <a:t>tools</a:t>
          </a:r>
          <a:r>
            <a:rPr lang="es-PR" i="1" dirty="0"/>
            <a:t> and </a:t>
          </a:r>
          <a:r>
            <a:rPr lang="es-PR" i="1" dirty="0" err="1"/>
            <a:t>concepts</a:t>
          </a:r>
          <a:r>
            <a:rPr lang="es-PR" dirty="0"/>
            <a:t> (4th ed.). Routledge. https://doi.org/10.4324/9780429398886</a:t>
          </a:r>
          <a:endParaRPr lang="en-US" dirty="0"/>
        </a:p>
      </dgm:t>
    </dgm:pt>
    <dgm:pt modelId="{BCE12144-A446-4903-BFA2-05C6FBDA4919}" type="parTrans" cxnId="{D633CAD9-5126-4B21-8085-3F2A3A19D5B1}">
      <dgm:prSet/>
      <dgm:spPr/>
      <dgm:t>
        <a:bodyPr/>
        <a:lstStyle/>
        <a:p>
          <a:endParaRPr lang="en-US"/>
        </a:p>
      </dgm:t>
    </dgm:pt>
    <dgm:pt modelId="{2712B791-0262-45F7-AABF-8B451580DD27}" type="sibTrans" cxnId="{D633CAD9-5126-4B21-8085-3F2A3A19D5B1}">
      <dgm:prSet/>
      <dgm:spPr/>
      <dgm:t>
        <a:bodyPr/>
        <a:lstStyle/>
        <a:p>
          <a:endParaRPr lang="en-US"/>
        </a:p>
      </dgm:t>
    </dgm:pt>
    <dgm:pt modelId="{7D9E616C-188D-4D2C-B451-CE48F866F049}" type="pres">
      <dgm:prSet presAssocID="{3C4B5053-6587-45B1-91E8-83B14D83A75E}" presName="linear" presStyleCnt="0">
        <dgm:presLayoutVars>
          <dgm:animLvl val="lvl"/>
          <dgm:resizeHandles val="exact"/>
        </dgm:presLayoutVars>
      </dgm:prSet>
      <dgm:spPr/>
    </dgm:pt>
    <dgm:pt modelId="{9454EC78-6DC8-4B27-BDA1-7C9183C9AA22}" type="pres">
      <dgm:prSet presAssocID="{53496F0D-4066-46C0-9B96-FC9ECD9E86CE}" presName="parentText" presStyleLbl="node1" presStyleIdx="0" presStyleCnt="10">
        <dgm:presLayoutVars>
          <dgm:chMax val="0"/>
          <dgm:bulletEnabled val="1"/>
        </dgm:presLayoutVars>
      </dgm:prSet>
      <dgm:spPr/>
    </dgm:pt>
    <dgm:pt modelId="{96EA58F9-8106-430A-8DAD-8BC4CFA9293B}" type="pres">
      <dgm:prSet presAssocID="{C4DCA79F-1D54-4B82-8AD7-50A6E7DAB075}" presName="spacer" presStyleCnt="0"/>
      <dgm:spPr/>
    </dgm:pt>
    <dgm:pt modelId="{6F0B9D7D-EC62-456E-A9C1-EBCC5264E256}" type="pres">
      <dgm:prSet presAssocID="{923FF039-6AA6-457C-A54B-34D9A5B2FA4D}" presName="parentText" presStyleLbl="node1" presStyleIdx="1" presStyleCnt="10">
        <dgm:presLayoutVars>
          <dgm:chMax val="0"/>
          <dgm:bulletEnabled val="1"/>
        </dgm:presLayoutVars>
      </dgm:prSet>
      <dgm:spPr/>
    </dgm:pt>
    <dgm:pt modelId="{3E7F1020-508D-4FD1-9377-D28B36EB2F1C}" type="pres">
      <dgm:prSet presAssocID="{DA045AEF-18FA-4AF4-9B92-525DFD285713}" presName="spacer" presStyleCnt="0"/>
      <dgm:spPr/>
    </dgm:pt>
    <dgm:pt modelId="{08753704-4A76-4ECA-B13C-7CF83B402F9F}" type="pres">
      <dgm:prSet presAssocID="{955A41F3-17F1-4CC9-8E2F-B14485BF2E17}" presName="parentText" presStyleLbl="node1" presStyleIdx="2" presStyleCnt="10">
        <dgm:presLayoutVars>
          <dgm:chMax val="0"/>
          <dgm:bulletEnabled val="1"/>
        </dgm:presLayoutVars>
      </dgm:prSet>
      <dgm:spPr/>
    </dgm:pt>
    <dgm:pt modelId="{301BC6D2-608E-48A6-84F1-49638E6D7D00}" type="pres">
      <dgm:prSet presAssocID="{B9560CD7-55A9-4A64-BE3A-A78478761DA3}" presName="spacer" presStyleCnt="0"/>
      <dgm:spPr/>
    </dgm:pt>
    <dgm:pt modelId="{B42014C0-11E0-4434-BE99-9F75C7187A26}" type="pres">
      <dgm:prSet presAssocID="{B6D2E2CC-BF28-47A0-8F7D-488966FF78F5}" presName="parentText" presStyleLbl="node1" presStyleIdx="3" presStyleCnt="10">
        <dgm:presLayoutVars>
          <dgm:chMax val="0"/>
          <dgm:bulletEnabled val="1"/>
        </dgm:presLayoutVars>
      </dgm:prSet>
      <dgm:spPr/>
    </dgm:pt>
    <dgm:pt modelId="{D815D79B-B08D-4177-AC07-E8749D7CBF3B}" type="pres">
      <dgm:prSet presAssocID="{06987406-2B13-4396-A65A-6BD2ED76A631}" presName="spacer" presStyleCnt="0"/>
      <dgm:spPr/>
    </dgm:pt>
    <dgm:pt modelId="{5FACA3B2-8D69-448E-AB41-539CBE3B3675}" type="pres">
      <dgm:prSet presAssocID="{0774E324-87F0-4DCF-8F20-EE488DB146CA}" presName="parentText" presStyleLbl="node1" presStyleIdx="4" presStyleCnt="10">
        <dgm:presLayoutVars>
          <dgm:chMax val="0"/>
          <dgm:bulletEnabled val="1"/>
        </dgm:presLayoutVars>
      </dgm:prSet>
      <dgm:spPr/>
    </dgm:pt>
    <dgm:pt modelId="{FE47C87C-44B5-44FA-879E-95108ED5CB10}" type="pres">
      <dgm:prSet presAssocID="{6C712B06-3B7C-4A55-8930-E64F8CACD332}" presName="spacer" presStyleCnt="0"/>
      <dgm:spPr/>
    </dgm:pt>
    <dgm:pt modelId="{EA51E13A-909D-431A-A0B3-7835E3DA42DA}" type="pres">
      <dgm:prSet presAssocID="{507E69F6-47A6-409C-A4EF-041659A8EF06}" presName="parentText" presStyleLbl="node1" presStyleIdx="5" presStyleCnt="10">
        <dgm:presLayoutVars>
          <dgm:chMax val="0"/>
          <dgm:bulletEnabled val="1"/>
        </dgm:presLayoutVars>
      </dgm:prSet>
      <dgm:spPr/>
    </dgm:pt>
    <dgm:pt modelId="{5E443E18-CCA2-430D-A60E-4D03FBD76253}" type="pres">
      <dgm:prSet presAssocID="{3F9C4D18-791D-41F5-BFB6-2F2CFACC3CB1}" presName="spacer" presStyleCnt="0"/>
      <dgm:spPr/>
    </dgm:pt>
    <dgm:pt modelId="{C2F818D8-7D7F-4BC9-9E86-2456EC02F46A}" type="pres">
      <dgm:prSet presAssocID="{BF791625-CB4D-420A-9591-E372B5FEEC21}" presName="parentText" presStyleLbl="node1" presStyleIdx="6" presStyleCnt="10">
        <dgm:presLayoutVars>
          <dgm:chMax val="0"/>
          <dgm:bulletEnabled val="1"/>
        </dgm:presLayoutVars>
      </dgm:prSet>
      <dgm:spPr/>
    </dgm:pt>
    <dgm:pt modelId="{C16AB510-6E86-47DA-A05E-A35E6C096E36}" type="pres">
      <dgm:prSet presAssocID="{28E0D597-0C1C-4F88-8C5F-55A989A6A0E1}" presName="spacer" presStyleCnt="0"/>
      <dgm:spPr/>
    </dgm:pt>
    <dgm:pt modelId="{19CF5286-AF3C-4EF1-8086-2E3D4D30413A}" type="pres">
      <dgm:prSet presAssocID="{2B9FAD57-328F-492E-8A5E-7713070F29F3}" presName="parentText" presStyleLbl="node1" presStyleIdx="7" presStyleCnt="10">
        <dgm:presLayoutVars>
          <dgm:chMax val="0"/>
          <dgm:bulletEnabled val="1"/>
        </dgm:presLayoutVars>
      </dgm:prSet>
      <dgm:spPr/>
    </dgm:pt>
    <dgm:pt modelId="{D7AB1A62-3F2E-442E-B1DA-C281B00A8BF3}" type="pres">
      <dgm:prSet presAssocID="{468AF562-A776-41A3-B414-315A58440DBF}" presName="spacer" presStyleCnt="0"/>
      <dgm:spPr/>
    </dgm:pt>
    <dgm:pt modelId="{BEFB33AF-557E-4AC1-A42B-1800115DE8D8}" type="pres">
      <dgm:prSet presAssocID="{5A25E2FF-B3F8-4D71-A101-6723A26007D2}" presName="parentText" presStyleLbl="node1" presStyleIdx="8" presStyleCnt="10">
        <dgm:presLayoutVars>
          <dgm:chMax val="0"/>
          <dgm:bulletEnabled val="1"/>
        </dgm:presLayoutVars>
      </dgm:prSet>
      <dgm:spPr/>
    </dgm:pt>
    <dgm:pt modelId="{98001945-E4CA-47BB-AD1E-D744D792D823}" type="pres">
      <dgm:prSet presAssocID="{1EFB2FF8-251E-4145-9D09-6F1DB6D1B842}" presName="spacer" presStyleCnt="0"/>
      <dgm:spPr/>
    </dgm:pt>
    <dgm:pt modelId="{C03C75FB-908A-4D2B-99F5-1E6A0E6C6F34}" type="pres">
      <dgm:prSet presAssocID="{60A93C6F-47C3-4293-AC1C-18F2E4DB0B26}" presName="parentText" presStyleLbl="node1" presStyleIdx="9" presStyleCnt="10">
        <dgm:presLayoutVars>
          <dgm:chMax val="0"/>
          <dgm:bulletEnabled val="1"/>
        </dgm:presLayoutVars>
      </dgm:prSet>
      <dgm:spPr/>
    </dgm:pt>
  </dgm:ptLst>
  <dgm:cxnLst>
    <dgm:cxn modelId="{33858506-47D3-46CE-97AD-6690B18247F8}" type="presOf" srcId="{BF791625-CB4D-420A-9591-E372B5FEEC21}" destId="{C2F818D8-7D7F-4BC9-9E86-2456EC02F46A}" srcOrd="0" destOrd="0" presId="urn:microsoft.com/office/officeart/2005/8/layout/vList2"/>
    <dgm:cxn modelId="{963C9D0A-8D24-4066-8043-BD0BB5E5ED14}" srcId="{3C4B5053-6587-45B1-91E8-83B14D83A75E}" destId="{955A41F3-17F1-4CC9-8E2F-B14485BF2E17}" srcOrd="2" destOrd="0" parTransId="{D95418C2-D442-4E5D-A15D-F3667B0ED3CB}" sibTransId="{B9560CD7-55A9-4A64-BE3A-A78478761DA3}"/>
    <dgm:cxn modelId="{5EC2581A-C529-4B99-8C26-8CA741C2EBF8}" type="presOf" srcId="{0774E324-87F0-4DCF-8F20-EE488DB146CA}" destId="{5FACA3B2-8D69-448E-AB41-539CBE3B3675}" srcOrd="0" destOrd="0" presId="urn:microsoft.com/office/officeart/2005/8/layout/vList2"/>
    <dgm:cxn modelId="{697D0862-7A82-43BA-8722-C77BAB2DB1A7}" type="presOf" srcId="{60A93C6F-47C3-4293-AC1C-18F2E4DB0B26}" destId="{C03C75FB-908A-4D2B-99F5-1E6A0E6C6F34}" srcOrd="0" destOrd="0" presId="urn:microsoft.com/office/officeart/2005/8/layout/vList2"/>
    <dgm:cxn modelId="{AFBEE662-B2DD-452D-9FF4-4EDDA6718B4E}" srcId="{3C4B5053-6587-45B1-91E8-83B14D83A75E}" destId="{2B9FAD57-328F-492E-8A5E-7713070F29F3}" srcOrd="7" destOrd="0" parTransId="{C75342F2-5E68-41FF-A4F8-710FA203C8CF}" sibTransId="{468AF562-A776-41A3-B414-315A58440DBF}"/>
    <dgm:cxn modelId="{DFBA8F6D-6DD9-49D5-B776-0A3A7D020451}" type="presOf" srcId="{5A25E2FF-B3F8-4D71-A101-6723A26007D2}" destId="{BEFB33AF-557E-4AC1-A42B-1800115DE8D8}" srcOrd="0" destOrd="0" presId="urn:microsoft.com/office/officeart/2005/8/layout/vList2"/>
    <dgm:cxn modelId="{3DB9137F-DE77-41A5-BC10-D647382801DC}" type="presOf" srcId="{507E69F6-47A6-409C-A4EF-041659A8EF06}" destId="{EA51E13A-909D-431A-A0B3-7835E3DA42DA}" srcOrd="0" destOrd="0" presId="urn:microsoft.com/office/officeart/2005/8/layout/vList2"/>
    <dgm:cxn modelId="{8002317F-42B9-4551-A662-518A0FC6B2E0}" srcId="{3C4B5053-6587-45B1-91E8-83B14D83A75E}" destId="{BF791625-CB4D-420A-9591-E372B5FEEC21}" srcOrd="6" destOrd="0" parTransId="{C3353A2D-9AFD-4EE6-954D-DCCBD1AE29CC}" sibTransId="{28E0D597-0C1C-4F88-8C5F-55A989A6A0E1}"/>
    <dgm:cxn modelId="{C029AF86-5EE7-4FDB-8857-CAF2BAFA4C51}" srcId="{3C4B5053-6587-45B1-91E8-83B14D83A75E}" destId="{0774E324-87F0-4DCF-8F20-EE488DB146CA}" srcOrd="4" destOrd="0" parTransId="{F617BDA4-E30D-4CEA-B0A9-1B21C31EC5B8}" sibTransId="{6C712B06-3B7C-4A55-8930-E64F8CACD332}"/>
    <dgm:cxn modelId="{D0031C8D-E1EC-441A-A0EB-A0DE31F2D005}" type="presOf" srcId="{923FF039-6AA6-457C-A54B-34D9A5B2FA4D}" destId="{6F0B9D7D-EC62-456E-A9C1-EBCC5264E256}" srcOrd="0" destOrd="0" presId="urn:microsoft.com/office/officeart/2005/8/layout/vList2"/>
    <dgm:cxn modelId="{597E5499-B888-401A-943C-BC9CB744D437}" type="presOf" srcId="{3C4B5053-6587-45B1-91E8-83B14D83A75E}" destId="{7D9E616C-188D-4D2C-B451-CE48F866F049}" srcOrd="0" destOrd="0" presId="urn:microsoft.com/office/officeart/2005/8/layout/vList2"/>
    <dgm:cxn modelId="{70E6209E-7EFC-4B35-B280-6E27CFB32D8C}" type="presOf" srcId="{955A41F3-17F1-4CC9-8E2F-B14485BF2E17}" destId="{08753704-4A76-4ECA-B13C-7CF83B402F9F}" srcOrd="0" destOrd="0" presId="urn:microsoft.com/office/officeart/2005/8/layout/vList2"/>
    <dgm:cxn modelId="{F2CA15A2-A528-44D8-B185-9EEE44A21FC9}" srcId="{3C4B5053-6587-45B1-91E8-83B14D83A75E}" destId="{B6D2E2CC-BF28-47A0-8F7D-488966FF78F5}" srcOrd="3" destOrd="0" parTransId="{719D669E-FF77-4900-A1B3-E27FA0A74341}" sibTransId="{06987406-2B13-4396-A65A-6BD2ED76A631}"/>
    <dgm:cxn modelId="{7BCB59B1-1316-4392-BB6B-A77D596C6C94}" srcId="{3C4B5053-6587-45B1-91E8-83B14D83A75E}" destId="{923FF039-6AA6-457C-A54B-34D9A5B2FA4D}" srcOrd="1" destOrd="0" parTransId="{D2AC3DC4-501A-47E1-9F53-31720B56BE78}" sibTransId="{DA045AEF-18FA-4AF4-9B92-525DFD285713}"/>
    <dgm:cxn modelId="{186A1CB4-449E-481D-88CF-348C63DAF97C}" type="presOf" srcId="{53496F0D-4066-46C0-9B96-FC9ECD9E86CE}" destId="{9454EC78-6DC8-4B27-BDA1-7C9183C9AA22}" srcOrd="0" destOrd="0" presId="urn:microsoft.com/office/officeart/2005/8/layout/vList2"/>
    <dgm:cxn modelId="{6DA142D7-B161-4B6F-9348-2F9D87E945AF}" srcId="{3C4B5053-6587-45B1-91E8-83B14D83A75E}" destId="{53496F0D-4066-46C0-9B96-FC9ECD9E86CE}" srcOrd="0" destOrd="0" parTransId="{48C68CE3-20A4-46C9-94EC-E108714AE2A2}" sibTransId="{C4DCA79F-1D54-4B82-8AD7-50A6E7DAB075}"/>
    <dgm:cxn modelId="{D633CAD9-5126-4B21-8085-3F2A3A19D5B1}" srcId="{3C4B5053-6587-45B1-91E8-83B14D83A75E}" destId="{60A93C6F-47C3-4293-AC1C-18F2E4DB0B26}" srcOrd="9" destOrd="0" parTransId="{BCE12144-A446-4903-BFA2-05C6FBDA4919}" sibTransId="{2712B791-0262-45F7-AABF-8B451580DD27}"/>
    <dgm:cxn modelId="{E37AFBE5-7AE6-42B9-8D79-4ECFBFF2ED2D}" type="presOf" srcId="{2B9FAD57-328F-492E-8A5E-7713070F29F3}" destId="{19CF5286-AF3C-4EF1-8086-2E3D4D30413A}" srcOrd="0" destOrd="0" presId="urn:microsoft.com/office/officeart/2005/8/layout/vList2"/>
    <dgm:cxn modelId="{CB2790FA-02C4-4059-A605-554649CC7202}" type="presOf" srcId="{B6D2E2CC-BF28-47A0-8F7D-488966FF78F5}" destId="{B42014C0-11E0-4434-BE99-9F75C7187A26}" srcOrd="0" destOrd="0" presId="urn:microsoft.com/office/officeart/2005/8/layout/vList2"/>
    <dgm:cxn modelId="{5942AAFD-B54F-49F2-882B-A504B9F91BCF}" srcId="{3C4B5053-6587-45B1-91E8-83B14D83A75E}" destId="{5A25E2FF-B3F8-4D71-A101-6723A26007D2}" srcOrd="8" destOrd="0" parTransId="{08490616-936A-4D41-BD93-4E712C82AFA6}" sibTransId="{1EFB2FF8-251E-4145-9D09-6F1DB6D1B842}"/>
    <dgm:cxn modelId="{A17897FE-AC4E-4A3B-AA7D-EABE497D7EF4}" srcId="{3C4B5053-6587-45B1-91E8-83B14D83A75E}" destId="{507E69F6-47A6-409C-A4EF-041659A8EF06}" srcOrd="5" destOrd="0" parTransId="{D7723415-0736-4833-B1AD-33278139C1FF}" sibTransId="{3F9C4D18-791D-41F5-BFB6-2F2CFACC3CB1}"/>
    <dgm:cxn modelId="{36E2E521-8FF4-42D5-9F1D-8C8016E155FA}" type="presParOf" srcId="{7D9E616C-188D-4D2C-B451-CE48F866F049}" destId="{9454EC78-6DC8-4B27-BDA1-7C9183C9AA22}" srcOrd="0" destOrd="0" presId="urn:microsoft.com/office/officeart/2005/8/layout/vList2"/>
    <dgm:cxn modelId="{9E99DD1D-4D77-4DBF-8272-5B50517B9BD4}" type="presParOf" srcId="{7D9E616C-188D-4D2C-B451-CE48F866F049}" destId="{96EA58F9-8106-430A-8DAD-8BC4CFA9293B}" srcOrd="1" destOrd="0" presId="urn:microsoft.com/office/officeart/2005/8/layout/vList2"/>
    <dgm:cxn modelId="{0A3AD994-62BE-4708-BF73-17D402107DE7}" type="presParOf" srcId="{7D9E616C-188D-4D2C-B451-CE48F866F049}" destId="{6F0B9D7D-EC62-456E-A9C1-EBCC5264E256}" srcOrd="2" destOrd="0" presId="urn:microsoft.com/office/officeart/2005/8/layout/vList2"/>
    <dgm:cxn modelId="{60692AFF-D28B-4501-9AEF-866ED203874F}" type="presParOf" srcId="{7D9E616C-188D-4D2C-B451-CE48F866F049}" destId="{3E7F1020-508D-4FD1-9377-D28B36EB2F1C}" srcOrd="3" destOrd="0" presId="urn:microsoft.com/office/officeart/2005/8/layout/vList2"/>
    <dgm:cxn modelId="{4083B4F9-93E4-4746-916B-7178E1AC894D}" type="presParOf" srcId="{7D9E616C-188D-4D2C-B451-CE48F866F049}" destId="{08753704-4A76-4ECA-B13C-7CF83B402F9F}" srcOrd="4" destOrd="0" presId="urn:microsoft.com/office/officeart/2005/8/layout/vList2"/>
    <dgm:cxn modelId="{74F87086-D5E9-496E-85A6-C5676CF1515E}" type="presParOf" srcId="{7D9E616C-188D-4D2C-B451-CE48F866F049}" destId="{301BC6D2-608E-48A6-84F1-49638E6D7D00}" srcOrd="5" destOrd="0" presId="urn:microsoft.com/office/officeart/2005/8/layout/vList2"/>
    <dgm:cxn modelId="{076E2552-D983-484F-97CC-38BCE35EDC5D}" type="presParOf" srcId="{7D9E616C-188D-4D2C-B451-CE48F866F049}" destId="{B42014C0-11E0-4434-BE99-9F75C7187A26}" srcOrd="6" destOrd="0" presId="urn:microsoft.com/office/officeart/2005/8/layout/vList2"/>
    <dgm:cxn modelId="{069AA823-B0A5-424E-8E58-F3B147DC53B4}" type="presParOf" srcId="{7D9E616C-188D-4D2C-B451-CE48F866F049}" destId="{D815D79B-B08D-4177-AC07-E8749D7CBF3B}" srcOrd="7" destOrd="0" presId="urn:microsoft.com/office/officeart/2005/8/layout/vList2"/>
    <dgm:cxn modelId="{F6C06285-45B1-40A9-9891-97A51FB89FEE}" type="presParOf" srcId="{7D9E616C-188D-4D2C-B451-CE48F866F049}" destId="{5FACA3B2-8D69-448E-AB41-539CBE3B3675}" srcOrd="8" destOrd="0" presId="urn:microsoft.com/office/officeart/2005/8/layout/vList2"/>
    <dgm:cxn modelId="{030B9552-889E-41C4-B1E4-D03FD5DA3AEB}" type="presParOf" srcId="{7D9E616C-188D-4D2C-B451-CE48F866F049}" destId="{FE47C87C-44B5-44FA-879E-95108ED5CB10}" srcOrd="9" destOrd="0" presId="urn:microsoft.com/office/officeart/2005/8/layout/vList2"/>
    <dgm:cxn modelId="{F3065B80-F799-4640-ABE4-E35911DF36ED}" type="presParOf" srcId="{7D9E616C-188D-4D2C-B451-CE48F866F049}" destId="{EA51E13A-909D-431A-A0B3-7835E3DA42DA}" srcOrd="10" destOrd="0" presId="urn:microsoft.com/office/officeart/2005/8/layout/vList2"/>
    <dgm:cxn modelId="{9D357BF4-AE09-4AC1-891C-2B131C38B89D}" type="presParOf" srcId="{7D9E616C-188D-4D2C-B451-CE48F866F049}" destId="{5E443E18-CCA2-430D-A60E-4D03FBD76253}" srcOrd="11" destOrd="0" presId="urn:microsoft.com/office/officeart/2005/8/layout/vList2"/>
    <dgm:cxn modelId="{5D83F1E2-6E94-42AD-80D9-C7DA00203356}" type="presParOf" srcId="{7D9E616C-188D-4D2C-B451-CE48F866F049}" destId="{C2F818D8-7D7F-4BC9-9E86-2456EC02F46A}" srcOrd="12" destOrd="0" presId="urn:microsoft.com/office/officeart/2005/8/layout/vList2"/>
    <dgm:cxn modelId="{E16517CE-F232-4BCA-8B92-D13822D2F423}" type="presParOf" srcId="{7D9E616C-188D-4D2C-B451-CE48F866F049}" destId="{C16AB510-6E86-47DA-A05E-A35E6C096E36}" srcOrd="13" destOrd="0" presId="urn:microsoft.com/office/officeart/2005/8/layout/vList2"/>
    <dgm:cxn modelId="{BB4483D7-2B4A-49B6-A74E-CD648714E9CA}" type="presParOf" srcId="{7D9E616C-188D-4D2C-B451-CE48F866F049}" destId="{19CF5286-AF3C-4EF1-8086-2E3D4D30413A}" srcOrd="14" destOrd="0" presId="urn:microsoft.com/office/officeart/2005/8/layout/vList2"/>
    <dgm:cxn modelId="{499911AC-4CD7-45E3-BBEB-5735839E6572}" type="presParOf" srcId="{7D9E616C-188D-4D2C-B451-CE48F866F049}" destId="{D7AB1A62-3F2E-442E-B1DA-C281B00A8BF3}" srcOrd="15" destOrd="0" presId="urn:microsoft.com/office/officeart/2005/8/layout/vList2"/>
    <dgm:cxn modelId="{8837A3D8-8E59-4754-B9D4-831693DAFC61}" type="presParOf" srcId="{7D9E616C-188D-4D2C-B451-CE48F866F049}" destId="{BEFB33AF-557E-4AC1-A42B-1800115DE8D8}" srcOrd="16" destOrd="0" presId="urn:microsoft.com/office/officeart/2005/8/layout/vList2"/>
    <dgm:cxn modelId="{A5FD06CC-39F5-4C19-AF53-2669AD36D23A}" type="presParOf" srcId="{7D9E616C-188D-4D2C-B451-CE48F866F049}" destId="{98001945-E4CA-47BB-AD1E-D744D792D823}" srcOrd="17" destOrd="0" presId="urn:microsoft.com/office/officeart/2005/8/layout/vList2"/>
    <dgm:cxn modelId="{8BC7EAB6-B7C6-4AB1-AC94-8A13F0521BC0}" type="presParOf" srcId="{7D9E616C-188D-4D2C-B451-CE48F866F049}" destId="{C03C75FB-908A-4D2B-99F5-1E6A0E6C6F34}"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0D658-A796-4C50-B4BB-5612281AE8BE}">
      <dsp:nvSpPr>
        <dsp:cNvPr id="0" name=""/>
        <dsp:cNvSpPr/>
      </dsp:nvSpPr>
      <dsp:spPr>
        <a:xfrm>
          <a:off x="0" y="675992"/>
          <a:ext cx="7315200" cy="1196909"/>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Fortalecer el uso de datos para mejorar el aprovechamiento académico.</a:t>
          </a:r>
          <a:endParaRPr lang="en-US" sz="3100" kern="1200"/>
        </a:p>
      </dsp:txBody>
      <dsp:txXfrm>
        <a:off x="58428" y="734420"/>
        <a:ext cx="7198344" cy="1080053"/>
      </dsp:txXfrm>
    </dsp:sp>
    <dsp:sp modelId="{D71916AB-763F-436C-8BA7-B318C473B223}">
      <dsp:nvSpPr>
        <dsp:cNvPr id="0" name=""/>
        <dsp:cNvSpPr/>
      </dsp:nvSpPr>
      <dsp:spPr>
        <a:xfrm>
          <a:off x="0" y="1962182"/>
          <a:ext cx="7315200" cy="1196909"/>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Capacitar a educadores en la toma de decisiones informadas.</a:t>
          </a:r>
          <a:endParaRPr lang="en-US" sz="3100" kern="1200"/>
        </a:p>
      </dsp:txBody>
      <dsp:txXfrm>
        <a:off x="58428" y="2020610"/>
        <a:ext cx="7198344" cy="1080053"/>
      </dsp:txXfrm>
    </dsp:sp>
    <dsp:sp modelId="{42C1A4EF-7E02-4CDC-BDE7-E1E5A47B8E4F}">
      <dsp:nvSpPr>
        <dsp:cNvPr id="0" name=""/>
        <dsp:cNvSpPr/>
      </dsp:nvSpPr>
      <dsp:spPr>
        <a:xfrm>
          <a:off x="0" y="3248372"/>
          <a:ext cx="7315200" cy="1196909"/>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Promover una cultura de análisis y colaboración en la escuela.</a:t>
          </a:r>
          <a:endParaRPr lang="en-US" sz="3100" kern="1200"/>
        </a:p>
      </dsp:txBody>
      <dsp:txXfrm>
        <a:off x="58428" y="3306800"/>
        <a:ext cx="7198344" cy="10800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BE03E-14A9-4C8E-9FB7-F537E910FFE1}">
      <dsp:nvSpPr>
        <dsp:cNvPr id="0" name=""/>
        <dsp:cNvSpPr/>
      </dsp:nvSpPr>
      <dsp:spPr>
        <a:xfrm>
          <a:off x="0" y="3854576"/>
          <a:ext cx="7315200" cy="1265158"/>
        </a:xfrm>
        <a:prstGeom prst="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s-ES" sz="3100" kern="1200"/>
            <a:t>Fomentar el uso reflexivo de los datos en la comunidad escolar.</a:t>
          </a:r>
          <a:endParaRPr lang="en-US" sz="3100" kern="1200"/>
        </a:p>
      </dsp:txBody>
      <dsp:txXfrm>
        <a:off x="0" y="3854576"/>
        <a:ext cx="7315200" cy="1265158"/>
      </dsp:txXfrm>
    </dsp:sp>
    <dsp:sp modelId="{5038C288-5CA5-4E0A-B1E3-698C109C6470}">
      <dsp:nvSpPr>
        <dsp:cNvPr id="0" name=""/>
        <dsp:cNvSpPr/>
      </dsp:nvSpPr>
      <dsp:spPr>
        <a:xfrm rot="10800000">
          <a:off x="0" y="1927740"/>
          <a:ext cx="7315200" cy="1945813"/>
        </a:xfrm>
        <a:prstGeom prst="upArrowCallou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s-ES" sz="3100" kern="1200"/>
            <a:t>Desarrollar individuos competentes para la vida universitaria y laboral.</a:t>
          </a:r>
          <a:endParaRPr lang="en-US" sz="3100" kern="1200"/>
        </a:p>
      </dsp:txBody>
      <dsp:txXfrm rot="10800000">
        <a:off x="0" y="1927740"/>
        <a:ext cx="7315200" cy="1264331"/>
      </dsp:txXfrm>
    </dsp:sp>
    <dsp:sp modelId="{8DB12F98-74ED-4EE0-8CAA-C6C6980DFB6C}">
      <dsp:nvSpPr>
        <dsp:cNvPr id="0" name=""/>
        <dsp:cNvSpPr/>
      </dsp:nvSpPr>
      <dsp:spPr>
        <a:xfrm rot="10800000">
          <a:off x="0" y="905"/>
          <a:ext cx="7315200" cy="1945813"/>
        </a:xfrm>
        <a:prstGeom prst="upArrowCallou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20472" tIns="220472" rIns="220472" bIns="220472" numCol="1" spcCol="1270" anchor="ctr" anchorCtr="0">
          <a:noAutofit/>
        </a:bodyPr>
        <a:lstStyle/>
        <a:p>
          <a:pPr marL="0" lvl="0" indent="0" algn="ctr" defTabSz="1377950">
            <a:lnSpc>
              <a:spcPct val="90000"/>
            </a:lnSpc>
            <a:spcBef>
              <a:spcPct val="0"/>
            </a:spcBef>
            <a:spcAft>
              <a:spcPct val="35000"/>
            </a:spcAft>
            <a:buNone/>
          </a:pPr>
          <a:r>
            <a:rPr lang="es-ES" sz="3100" kern="1200"/>
            <a:t>Crear ambientes educativos basados en datos.</a:t>
          </a:r>
          <a:endParaRPr lang="en-US" sz="3100" kern="1200"/>
        </a:p>
      </dsp:txBody>
      <dsp:txXfrm rot="10800000">
        <a:off x="0" y="905"/>
        <a:ext cx="7315200" cy="12643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BED67C-1C48-4C91-B44E-D88EA7DFF0D6}">
      <dsp:nvSpPr>
        <dsp:cNvPr id="0" name=""/>
        <dsp:cNvSpPr/>
      </dsp:nvSpPr>
      <dsp:spPr>
        <a:xfrm>
          <a:off x="0" y="102138"/>
          <a:ext cx="7315200" cy="705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BAC83-4C9D-4C41-9587-F44226CBEE83}">
      <dsp:nvSpPr>
        <dsp:cNvPr id="0" name=""/>
        <dsp:cNvSpPr/>
      </dsp:nvSpPr>
      <dsp:spPr>
        <a:xfrm>
          <a:off x="213542" y="160489"/>
          <a:ext cx="388259" cy="3882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B3B16E-DEAF-482F-B6E0-258D7038D61E}">
      <dsp:nvSpPr>
        <dsp:cNvPr id="0" name=""/>
        <dsp:cNvSpPr/>
      </dsp:nvSpPr>
      <dsp:spPr>
        <a:xfrm>
          <a:off x="815344" y="1656"/>
          <a:ext cx="6499855" cy="705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10" tIns="74710" rIns="74710" bIns="74710" numCol="1" spcCol="1270" anchor="ctr"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Cinco elementos clave:</a:t>
          </a:r>
          <a:endParaRPr lang="en-US" sz="2400" kern="1200" dirty="0">
            <a:solidFill>
              <a:schemeClr val="tx2"/>
            </a:solidFill>
          </a:endParaRPr>
        </a:p>
      </dsp:txBody>
      <dsp:txXfrm>
        <a:off x="815344" y="1656"/>
        <a:ext cx="6499855" cy="705925"/>
      </dsp:txXfrm>
    </dsp:sp>
    <dsp:sp modelId="{5D5F5ADB-1E83-4928-AEE4-603002FD3317}">
      <dsp:nvSpPr>
        <dsp:cNvPr id="0" name=""/>
        <dsp:cNvSpPr/>
      </dsp:nvSpPr>
      <dsp:spPr>
        <a:xfrm>
          <a:off x="0" y="884063"/>
          <a:ext cx="7315200" cy="705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9B0A7A-6E7D-4AFB-8785-84C9C15C1FAF}">
      <dsp:nvSpPr>
        <dsp:cNvPr id="0" name=""/>
        <dsp:cNvSpPr/>
      </dsp:nvSpPr>
      <dsp:spPr>
        <a:xfrm>
          <a:off x="213542" y="1042897"/>
          <a:ext cx="388259" cy="3882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107CA9-7BFF-415D-A51A-3D2FBB1FB9F3}">
      <dsp:nvSpPr>
        <dsp:cNvPr id="0" name=""/>
        <dsp:cNvSpPr/>
      </dsp:nvSpPr>
      <dsp:spPr>
        <a:xfrm>
          <a:off x="815344" y="884063"/>
          <a:ext cx="6499855" cy="705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10" tIns="74710" rIns="74710" bIns="74710" numCol="1" spcCol="1270" anchor="ctr" anchorCtr="0">
          <a:noAutofit/>
        </a:bodyPr>
        <a:lstStyle/>
        <a:p>
          <a:pPr marL="0" lvl="0" indent="0" algn="l" defTabSz="1066800">
            <a:lnSpc>
              <a:spcPct val="90000"/>
            </a:lnSpc>
            <a:spcBef>
              <a:spcPct val="0"/>
            </a:spcBef>
            <a:spcAft>
              <a:spcPct val="35000"/>
            </a:spcAft>
            <a:buNone/>
          </a:pPr>
          <a:r>
            <a:rPr lang="es-ES" sz="2400" kern="1200" dirty="0">
              <a:solidFill>
                <a:schemeClr val="tx2"/>
              </a:solidFill>
            </a:rPr>
            <a:t>1. Asegurar el acceso a los datos.</a:t>
          </a:r>
          <a:endParaRPr lang="en-US" sz="2400" kern="1200" dirty="0">
            <a:solidFill>
              <a:schemeClr val="tx2"/>
            </a:solidFill>
          </a:endParaRPr>
        </a:p>
      </dsp:txBody>
      <dsp:txXfrm>
        <a:off x="815344" y="884063"/>
        <a:ext cx="6499855" cy="705925"/>
      </dsp:txXfrm>
    </dsp:sp>
    <dsp:sp modelId="{AA769F15-AF52-451E-A1E1-938C924FAC25}">
      <dsp:nvSpPr>
        <dsp:cNvPr id="0" name=""/>
        <dsp:cNvSpPr/>
      </dsp:nvSpPr>
      <dsp:spPr>
        <a:xfrm>
          <a:off x="0" y="1766471"/>
          <a:ext cx="7315200" cy="705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57BE55-8F0A-43E8-A217-D310F8F15B28}">
      <dsp:nvSpPr>
        <dsp:cNvPr id="0" name=""/>
        <dsp:cNvSpPr/>
      </dsp:nvSpPr>
      <dsp:spPr>
        <a:xfrm>
          <a:off x="213542" y="1925304"/>
          <a:ext cx="388259" cy="3882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B390B4-6AC7-4D93-BC82-30562FD58191}">
      <dsp:nvSpPr>
        <dsp:cNvPr id="0" name=""/>
        <dsp:cNvSpPr/>
      </dsp:nvSpPr>
      <dsp:spPr>
        <a:xfrm>
          <a:off x="815344" y="1766471"/>
          <a:ext cx="6499855" cy="705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10" tIns="74710" rIns="74710" bIns="74710" numCol="1" spcCol="1270" anchor="ctr" anchorCtr="0">
          <a:noAutofit/>
        </a:bodyPr>
        <a:lstStyle/>
        <a:p>
          <a:pPr marL="0" lvl="0" indent="0" algn="l" defTabSz="1066800">
            <a:lnSpc>
              <a:spcPct val="90000"/>
            </a:lnSpc>
            <a:spcBef>
              <a:spcPct val="0"/>
            </a:spcBef>
            <a:spcAft>
              <a:spcPct val="35000"/>
            </a:spcAft>
            <a:buNone/>
          </a:pPr>
          <a:r>
            <a:rPr lang="es-ES" sz="2400" kern="1200" dirty="0">
              <a:solidFill>
                <a:schemeClr val="tx2"/>
              </a:solidFill>
            </a:rPr>
            <a:t>2. Proveerles significado a los datos.</a:t>
          </a:r>
          <a:endParaRPr lang="en-US" sz="2400" kern="1200" dirty="0">
            <a:solidFill>
              <a:schemeClr val="tx2"/>
            </a:solidFill>
          </a:endParaRPr>
        </a:p>
      </dsp:txBody>
      <dsp:txXfrm>
        <a:off x="815344" y="1766471"/>
        <a:ext cx="6499855" cy="705925"/>
      </dsp:txXfrm>
    </dsp:sp>
    <dsp:sp modelId="{B074BB17-1628-4D37-B817-2AF677ED4ABC}">
      <dsp:nvSpPr>
        <dsp:cNvPr id="0" name=""/>
        <dsp:cNvSpPr/>
      </dsp:nvSpPr>
      <dsp:spPr>
        <a:xfrm>
          <a:off x="0" y="2648878"/>
          <a:ext cx="7315200" cy="705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FFE17-2807-4731-9F01-DEA26669A2A4}">
      <dsp:nvSpPr>
        <dsp:cNvPr id="0" name=""/>
        <dsp:cNvSpPr/>
      </dsp:nvSpPr>
      <dsp:spPr>
        <a:xfrm>
          <a:off x="213542" y="2807711"/>
          <a:ext cx="388259" cy="3882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27690B3-2977-45CD-AF9C-C2E4B67924EA}">
      <dsp:nvSpPr>
        <dsp:cNvPr id="0" name=""/>
        <dsp:cNvSpPr/>
      </dsp:nvSpPr>
      <dsp:spPr>
        <a:xfrm>
          <a:off x="815344" y="2648878"/>
          <a:ext cx="6499855" cy="705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10" tIns="74710" rIns="74710" bIns="74710" numCol="1" spcCol="1270" anchor="ctr" anchorCtr="0">
          <a:noAutofit/>
        </a:bodyPr>
        <a:lstStyle/>
        <a:p>
          <a:pPr marL="0" lvl="0" indent="0" algn="l" defTabSz="1066800">
            <a:lnSpc>
              <a:spcPct val="90000"/>
            </a:lnSpc>
            <a:spcBef>
              <a:spcPct val="0"/>
            </a:spcBef>
            <a:spcAft>
              <a:spcPct val="35000"/>
            </a:spcAft>
            <a:buNone/>
          </a:pPr>
          <a:r>
            <a:rPr lang="es-ES" sz="2400" kern="1200" dirty="0">
              <a:solidFill>
                <a:schemeClr val="tx2"/>
              </a:solidFill>
            </a:rPr>
            <a:t>3. Aclarar expectativas del uso.</a:t>
          </a:r>
          <a:endParaRPr lang="en-US" sz="2400" kern="1200" dirty="0">
            <a:solidFill>
              <a:schemeClr val="tx2"/>
            </a:solidFill>
          </a:endParaRPr>
        </a:p>
      </dsp:txBody>
      <dsp:txXfrm>
        <a:off x="815344" y="2648878"/>
        <a:ext cx="6499855" cy="705925"/>
      </dsp:txXfrm>
    </dsp:sp>
    <dsp:sp modelId="{3BA9B7E0-BA2F-44DE-8BF9-9D4279068AE4}">
      <dsp:nvSpPr>
        <dsp:cNvPr id="0" name=""/>
        <dsp:cNvSpPr/>
      </dsp:nvSpPr>
      <dsp:spPr>
        <a:xfrm>
          <a:off x="0" y="3531285"/>
          <a:ext cx="7315200" cy="705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FFF2EE-D75A-4FFA-8035-E6B52121685E}">
      <dsp:nvSpPr>
        <dsp:cNvPr id="0" name=""/>
        <dsp:cNvSpPr/>
      </dsp:nvSpPr>
      <dsp:spPr>
        <a:xfrm>
          <a:off x="213542" y="3690118"/>
          <a:ext cx="388259" cy="3882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62AC45-6C76-4386-89E8-9DC6032C3D98}">
      <dsp:nvSpPr>
        <dsp:cNvPr id="0" name=""/>
        <dsp:cNvSpPr/>
      </dsp:nvSpPr>
      <dsp:spPr>
        <a:xfrm>
          <a:off x="815344" y="3531285"/>
          <a:ext cx="6499855" cy="705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10" tIns="74710" rIns="74710" bIns="74710" numCol="1" spcCol="1270" anchor="ctr" anchorCtr="0">
          <a:noAutofit/>
        </a:bodyPr>
        <a:lstStyle/>
        <a:p>
          <a:pPr marL="0" lvl="0" indent="0" algn="l" defTabSz="1066800">
            <a:lnSpc>
              <a:spcPct val="90000"/>
            </a:lnSpc>
            <a:spcBef>
              <a:spcPct val="0"/>
            </a:spcBef>
            <a:spcAft>
              <a:spcPct val="35000"/>
            </a:spcAft>
            <a:buNone/>
          </a:pPr>
          <a:r>
            <a:rPr lang="es-ES" sz="2400" b="0" kern="1200" dirty="0">
              <a:solidFill>
                <a:schemeClr val="tx2"/>
              </a:solidFill>
            </a:rPr>
            <a:t>4. Construir conocimiento y habilidades.</a:t>
          </a:r>
          <a:endParaRPr lang="en-US" sz="2400" b="0" kern="1200" dirty="0">
            <a:solidFill>
              <a:schemeClr val="tx2"/>
            </a:solidFill>
          </a:endParaRPr>
        </a:p>
      </dsp:txBody>
      <dsp:txXfrm>
        <a:off x="815344" y="3531285"/>
        <a:ext cx="6499855" cy="705925"/>
      </dsp:txXfrm>
    </dsp:sp>
    <dsp:sp modelId="{A57D5FAA-8968-4C98-9356-64827EC86F40}">
      <dsp:nvSpPr>
        <dsp:cNvPr id="0" name=""/>
        <dsp:cNvSpPr/>
      </dsp:nvSpPr>
      <dsp:spPr>
        <a:xfrm>
          <a:off x="0" y="4413692"/>
          <a:ext cx="7315200" cy="7059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ED6DB0-F2C9-4552-A7CF-7C944E4362F5}">
      <dsp:nvSpPr>
        <dsp:cNvPr id="0" name=""/>
        <dsp:cNvSpPr/>
      </dsp:nvSpPr>
      <dsp:spPr>
        <a:xfrm>
          <a:off x="213542" y="4572525"/>
          <a:ext cx="388259" cy="38825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B98C19-D1CF-4BFB-95BE-05BB4B9A0171}">
      <dsp:nvSpPr>
        <dsp:cNvPr id="0" name=""/>
        <dsp:cNvSpPr/>
      </dsp:nvSpPr>
      <dsp:spPr>
        <a:xfrm>
          <a:off x="815344" y="4413692"/>
          <a:ext cx="6499855" cy="705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10" tIns="74710" rIns="74710" bIns="74710" numCol="1" spcCol="1270" anchor="ctr" anchorCtr="0">
          <a:noAutofit/>
        </a:bodyPr>
        <a:lstStyle/>
        <a:p>
          <a:pPr marL="0" lvl="0" indent="0" algn="l" defTabSz="1066800">
            <a:lnSpc>
              <a:spcPct val="90000"/>
            </a:lnSpc>
            <a:spcBef>
              <a:spcPct val="0"/>
            </a:spcBef>
            <a:spcAft>
              <a:spcPct val="35000"/>
            </a:spcAft>
            <a:buNone/>
          </a:pPr>
          <a:r>
            <a:rPr lang="es-ES" sz="2400" kern="1200" dirty="0">
              <a:solidFill>
                <a:schemeClr val="tx2"/>
              </a:solidFill>
            </a:rPr>
            <a:t>5. Liderar una cultura de uso.</a:t>
          </a:r>
          <a:endParaRPr lang="en-US" sz="2400" kern="1200" dirty="0">
            <a:solidFill>
              <a:schemeClr val="tx2"/>
            </a:solidFill>
          </a:endParaRPr>
        </a:p>
      </dsp:txBody>
      <dsp:txXfrm>
        <a:off x="815344" y="4413692"/>
        <a:ext cx="6499855" cy="7059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204B79-40F2-498F-929F-4C76FBFCCABE}">
      <dsp:nvSpPr>
        <dsp:cNvPr id="0" name=""/>
        <dsp:cNvSpPr/>
      </dsp:nvSpPr>
      <dsp:spPr>
        <a:xfrm>
          <a:off x="2222033" y="1047361"/>
          <a:ext cx="478666" cy="91440"/>
        </a:xfrm>
        <a:custGeom>
          <a:avLst/>
          <a:gdLst/>
          <a:ahLst/>
          <a:cxnLst/>
          <a:rect l="0" t="0" r="0" b="0"/>
          <a:pathLst>
            <a:path>
              <a:moveTo>
                <a:pt x="0" y="45720"/>
              </a:moveTo>
              <a:lnTo>
                <a:pt x="478666"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8634" y="1090532"/>
        <a:ext cx="25463" cy="5097"/>
      </dsp:txXfrm>
    </dsp:sp>
    <dsp:sp modelId="{CFA016A0-49CC-4162-B0EF-E98D1E02F73B}">
      <dsp:nvSpPr>
        <dsp:cNvPr id="0" name=""/>
        <dsp:cNvSpPr/>
      </dsp:nvSpPr>
      <dsp:spPr>
        <a:xfrm>
          <a:off x="9632" y="428820"/>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kern="1200"/>
            <a:t>El Modelo Grow esta estructurado en cinco diferentes fases secuenciales las cuales deben de llevarse apropiadamente para lograr los resultados esperados.</a:t>
          </a:r>
          <a:endParaRPr lang="en-US" sz="1200" kern="1200"/>
        </a:p>
      </dsp:txBody>
      <dsp:txXfrm>
        <a:off x="9632" y="428820"/>
        <a:ext cx="2214201" cy="1328520"/>
      </dsp:txXfrm>
    </dsp:sp>
    <dsp:sp modelId="{7D30DB91-D715-4963-88A1-22F1ACF1BF40}">
      <dsp:nvSpPr>
        <dsp:cNvPr id="0" name=""/>
        <dsp:cNvSpPr/>
      </dsp:nvSpPr>
      <dsp:spPr>
        <a:xfrm>
          <a:off x="4945500" y="1047361"/>
          <a:ext cx="478666" cy="91440"/>
        </a:xfrm>
        <a:custGeom>
          <a:avLst/>
          <a:gdLst/>
          <a:ahLst/>
          <a:cxnLst/>
          <a:rect l="0" t="0" r="0" b="0"/>
          <a:pathLst>
            <a:path>
              <a:moveTo>
                <a:pt x="0" y="45720"/>
              </a:moveTo>
              <a:lnTo>
                <a:pt x="478666"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72101" y="1090532"/>
        <a:ext cx="25463" cy="5097"/>
      </dsp:txXfrm>
    </dsp:sp>
    <dsp:sp modelId="{E2BC1C9C-E5EF-4F88-B450-7CCE39897D53}">
      <dsp:nvSpPr>
        <dsp:cNvPr id="0" name=""/>
        <dsp:cNvSpPr/>
      </dsp:nvSpPr>
      <dsp:spPr>
        <a:xfrm>
          <a:off x="2733099" y="428820"/>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i="1" kern="1200"/>
            <a:t>Las cinco fases del Modelo Grow en que se divide son:</a:t>
          </a:r>
          <a:endParaRPr lang="en-US" sz="1200" kern="1200"/>
        </a:p>
      </dsp:txBody>
      <dsp:txXfrm>
        <a:off x="2733099" y="428820"/>
        <a:ext cx="2214201" cy="1328520"/>
      </dsp:txXfrm>
    </dsp:sp>
    <dsp:sp modelId="{10C780C3-1C88-403B-B596-8B49FEE1EFB7}">
      <dsp:nvSpPr>
        <dsp:cNvPr id="0" name=""/>
        <dsp:cNvSpPr/>
      </dsp:nvSpPr>
      <dsp:spPr>
        <a:xfrm>
          <a:off x="1116732" y="1755541"/>
          <a:ext cx="5446934" cy="478666"/>
        </a:xfrm>
        <a:custGeom>
          <a:avLst/>
          <a:gdLst/>
          <a:ahLst/>
          <a:cxnLst/>
          <a:rect l="0" t="0" r="0" b="0"/>
          <a:pathLst>
            <a:path>
              <a:moveTo>
                <a:pt x="5446934" y="0"/>
              </a:moveTo>
              <a:lnTo>
                <a:pt x="5446934" y="256433"/>
              </a:lnTo>
              <a:lnTo>
                <a:pt x="0" y="256433"/>
              </a:lnTo>
              <a:lnTo>
                <a:pt x="0" y="478666"/>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03432" y="1992325"/>
        <a:ext cx="273534" cy="5097"/>
      </dsp:txXfrm>
    </dsp:sp>
    <dsp:sp modelId="{27FF5D1A-006A-4823-859E-0658944A6257}">
      <dsp:nvSpPr>
        <dsp:cNvPr id="0" name=""/>
        <dsp:cNvSpPr/>
      </dsp:nvSpPr>
      <dsp:spPr>
        <a:xfrm>
          <a:off x="5456566" y="428820"/>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i="1" kern="1200"/>
            <a:t>M: Metas (Se identifica una meta)</a:t>
          </a:r>
          <a:endParaRPr lang="en-US" sz="1200" kern="1200"/>
        </a:p>
      </dsp:txBody>
      <dsp:txXfrm>
        <a:off x="5456566" y="428820"/>
        <a:ext cx="2214201" cy="1328520"/>
      </dsp:txXfrm>
    </dsp:sp>
    <dsp:sp modelId="{30336516-E521-4F76-B39E-0E3929732DF5}">
      <dsp:nvSpPr>
        <dsp:cNvPr id="0" name=""/>
        <dsp:cNvSpPr/>
      </dsp:nvSpPr>
      <dsp:spPr>
        <a:xfrm>
          <a:off x="2222033" y="2885148"/>
          <a:ext cx="478666" cy="91440"/>
        </a:xfrm>
        <a:custGeom>
          <a:avLst/>
          <a:gdLst/>
          <a:ahLst/>
          <a:cxnLst/>
          <a:rect l="0" t="0" r="0" b="0"/>
          <a:pathLst>
            <a:path>
              <a:moveTo>
                <a:pt x="0" y="45720"/>
              </a:moveTo>
              <a:lnTo>
                <a:pt x="478666"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48634" y="2928319"/>
        <a:ext cx="25463" cy="5097"/>
      </dsp:txXfrm>
    </dsp:sp>
    <dsp:sp modelId="{DB4AE631-0FA2-4244-8F15-6CB3015CA274}">
      <dsp:nvSpPr>
        <dsp:cNvPr id="0" name=""/>
        <dsp:cNvSpPr/>
      </dsp:nvSpPr>
      <dsp:spPr>
        <a:xfrm>
          <a:off x="9632" y="2266607"/>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i="1" kern="1200"/>
            <a:t>O: Objetivos (determinamos objetivos asociados a esa meta)  </a:t>
          </a:r>
          <a:endParaRPr lang="en-US" sz="1200" kern="1200"/>
        </a:p>
      </dsp:txBody>
      <dsp:txXfrm>
        <a:off x="9632" y="2266607"/>
        <a:ext cx="2214201" cy="1328520"/>
      </dsp:txXfrm>
    </dsp:sp>
    <dsp:sp modelId="{A714DCE1-04E4-4D5A-9C6F-9DD4E8583498}">
      <dsp:nvSpPr>
        <dsp:cNvPr id="0" name=""/>
        <dsp:cNvSpPr/>
      </dsp:nvSpPr>
      <dsp:spPr>
        <a:xfrm>
          <a:off x="4945500" y="2885148"/>
          <a:ext cx="478666" cy="91440"/>
        </a:xfrm>
        <a:custGeom>
          <a:avLst/>
          <a:gdLst/>
          <a:ahLst/>
          <a:cxnLst/>
          <a:rect l="0" t="0" r="0" b="0"/>
          <a:pathLst>
            <a:path>
              <a:moveTo>
                <a:pt x="0" y="45720"/>
              </a:moveTo>
              <a:lnTo>
                <a:pt x="478666"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72101" y="2928319"/>
        <a:ext cx="25463" cy="5097"/>
      </dsp:txXfrm>
    </dsp:sp>
    <dsp:sp modelId="{826DC48D-5545-4EEC-A386-FC03EB5B44A7}">
      <dsp:nvSpPr>
        <dsp:cNvPr id="0" name=""/>
        <dsp:cNvSpPr/>
      </dsp:nvSpPr>
      <dsp:spPr>
        <a:xfrm>
          <a:off x="2733099" y="2266607"/>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i="1" kern="1200"/>
            <a:t>R: Realidad (analizamos la realidad)</a:t>
          </a:r>
          <a:endParaRPr lang="en-US" sz="1200" kern="1200"/>
        </a:p>
      </dsp:txBody>
      <dsp:txXfrm>
        <a:off x="2733099" y="2266607"/>
        <a:ext cx="2214201" cy="1328520"/>
      </dsp:txXfrm>
    </dsp:sp>
    <dsp:sp modelId="{C6458B35-7C63-4D79-9E50-6A7F9B725BB0}">
      <dsp:nvSpPr>
        <dsp:cNvPr id="0" name=""/>
        <dsp:cNvSpPr/>
      </dsp:nvSpPr>
      <dsp:spPr>
        <a:xfrm>
          <a:off x="1116732" y="3593328"/>
          <a:ext cx="5446934" cy="478666"/>
        </a:xfrm>
        <a:custGeom>
          <a:avLst/>
          <a:gdLst/>
          <a:ahLst/>
          <a:cxnLst/>
          <a:rect l="0" t="0" r="0" b="0"/>
          <a:pathLst>
            <a:path>
              <a:moveTo>
                <a:pt x="5446934" y="0"/>
              </a:moveTo>
              <a:lnTo>
                <a:pt x="5446934" y="256433"/>
              </a:lnTo>
              <a:lnTo>
                <a:pt x="0" y="256433"/>
              </a:lnTo>
              <a:lnTo>
                <a:pt x="0" y="478666"/>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03432" y="3830112"/>
        <a:ext cx="273534" cy="5097"/>
      </dsp:txXfrm>
    </dsp:sp>
    <dsp:sp modelId="{DBF343CB-E30A-4633-B1A2-AFBBFF50385E}">
      <dsp:nvSpPr>
        <dsp:cNvPr id="0" name=""/>
        <dsp:cNvSpPr/>
      </dsp:nvSpPr>
      <dsp:spPr>
        <a:xfrm>
          <a:off x="5456566" y="2266607"/>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i="1" kern="1200"/>
            <a:t>O: Opciones (buscamos opciones)</a:t>
          </a:r>
          <a:endParaRPr lang="en-US" sz="1200" kern="1200"/>
        </a:p>
      </dsp:txBody>
      <dsp:txXfrm>
        <a:off x="5456566" y="2266607"/>
        <a:ext cx="2214201" cy="1328520"/>
      </dsp:txXfrm>
    </dsp:sp>
    <dsp:sp modelId="{5F99844B-BCA5-476C-920A-C4D55A7F5893}">
      <dsp:nvSpPr>
        <dsp:cNvPr id="0" name=""/>
        <dsp:cNvSpPr/>
      </dsp:nvSpPr>
      <dsp:spPr>
        <a:xfrm>
          <a:off x="9632" y="4104394"/>
          <a:ext cx="2214201" cy="1328520"/>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8498" tIns="113887" rIns="108498" bIns="113887" numCol="1" spcCol="1270" anchor="ctr" anchorCtr="0">
          <a:noAutofit/>
        </a:bodyPr>
        <a:lstStyle/>
        <a:p>
          <a:pPr marL="0" lvl="0" indent="0" algn="ctr" defTabSz="533400">
            <a:lnSpc>
              <a:spcPct val="90000"/>
            </a:lnSpc>
            <a:spcBef>
              <a:spcPct val="0"/>
            </a:spcBef>
            <a:spcAft>
              <a:spcPct val="35000"/>
            </a:spcAft>
            <a:buNone/>
          </a:pPr>
          <a:r>
            <a:rPr lang="es-MX" sz="1200" i="1" kern="1200"/>
            <a:t>C: Cierre (cerramos y preparamos el plan de acción)</a:t>
          </a:r>
          <a:endParaRPr lang="en-US" sz="1200" kern="1200"/>
        </a:p>
      </dsp:txBody>
      <dsp:txXfrm>
        <a:off x="9632" y="4104394"/>
        <a:ext cx="2214201" cy="13285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6A02A-C02F-47CA-8E5E-38046773F39E}">
      <dsp:nvSpPr>
        <dsp:cNvPr id="0" name=""/>
        <dsp:cNvSpPr/>
      </dsp:nvSpPr>
      <dsp:spPr>
        <a:xfrm>
          <a:off x="0" y="0"/>
          <a:ext cx="768595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80137F-1A21-4332-9F89-967907F0EA70}">
      <dsp:nvSpPr>
        <dsp:cNvPr id="0" name=""/>
        <dsp:cNvSpPr/>
      </dsp:nvSpPr>
      <dsp:spPr>
        <a:xfrm>
          <a:off x="0" y="0"/>
          <a:ext cx="7685953" cy="137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s-ES" sz="3600" b="1" kern="1200" dirty="0">
              <a:solidFill>
                <a:schemeClr val="tx2"/>
              </a:solidFill>
            </a:rPr>
            <a:t>Meta: Mejorar la planificación de clases con metas SMART.</a:t>
          </a:r>
          <a:endParaRPr lang="en-US" sz="3600" b="1" kern="1200" dirty="0">
            <a:solidFill>
              <a:schemeClr val="tx2"/>
            </a:solidFill>
          </a:endParaRPr>
        </a:p>
      </dsp:txBody>
      <dsp:txXfrm>
        <a:off x="0" y="0"/>
        <a:ext cx="7685953" cy="1373908"/>
      </dsp:txXfrm>
    </dsp:sp>
    <dsp:sp modelId="{3E0C3BE5-CCE1-4D83-B968-54B82E4A8325}">
      <dsp:nvSpPr>
        <dsp:cNvPr id="0" name=""/>
        <dsp:cNvSpPr/>
      </dsp:nvSpPr>
      <dsp:spPr>
        <a:xfrm>
          <a:off x="0" y="1373908"/>
          <a:ext cx="768595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10EE36-21B3-4ED3-BFB0-64F9BFDCB456}">
      <dsp:nvSpPr>
        <dsp:cNvPr id="0" name=""/>
        <dsp:cNvSpPr/>
      </dsp:nvSpPr>
      <dsp:spPr>
        <a:xfrm>
          <a:off x="0" y="1373908"/>
          <a:ext cx="7685953" cy="137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i="0" kern="1200" dirty="0">
              <a:solidFill>
                <a:schemeClr val="tx2"/>
              </a:solidFill>
            </a:rPr>
            <a:t>Realidad: Dificultades en el uso de datos de rendimiento estudiantil.</a:t>
          </a:r>
          <a:endParaRPr lang="en-US" sz="3200" kern="1200" dirty="0">
            <a:solidFill>
              <a:schemeClr val="tx2"/>
            </a:solidFill>
          </a:endParaRPr>
        </a:p>
      </dsp:txBody>
      <dsp:txXfrm>
        <a:off x="0" y="1373908"/>
        <a:ext cx="7685953" cy="1373908"/>
      </dsp:txXfrm>
    </dsp:sp>
    <dsp:sp modelId="{B52653E7-A320-4065-81BB-920E9FB5DAE1}">
      <dsp:nvSpPr>
        <dsp:cNvPr id="0" name=""/>
        <dsp:cNvSpPr/>
      </dsp:nvSpPr>
      <dsp:spPr>
        <a:xfrm>
          <a:off x="0" y="2747817"/>
          <a:ext cx="768595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6D06F4-9641-4141-808E-621BDDBA5739}">
      <dsp:nvSpPr>
        <dsp:cNvPr id="0" name=""/>
        <dsp:cNvSpPr/>
      </dsp:nvSpPr>
      <dsp:spPr>
        <a:xfrm>
          <a:off x="0" y="2747817"/>
          <a:ext cx="7685953" cy="137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Opciones: Participar en talleres, usar rúbricas, colaborar con colegas.</a:t>
          </a:r>
          <a:endParaRPr lang="en-US" sz="3200" b="1" kern="1200" dirty="0">
            <a:solidFill>
              <a:schemeClr val="tx2"/>
            </a:solidFill>
          </a:endParaRPr>
        </a:p>
      </dsp:txBody>
      <dsp:txXfrm>
        <a:off x="0" y="2747817"/>
        <a:ext cx="7685953" cy="1373908"/>
      </dsp:txXfrm>
    </dsp:sp>
    <dsp:sp modelId="{EF092BFD-CEAA-4F9C-BF7D-72DF601E0B48}">
      <dsp:nvSpPr>
        <dsp:cNvPr id="0" name=""/>
        <dsp:cNvSpPr/>
      </dsp:nvSpPr>
      <dsp:spPr>
        <a:xfrm>
          <a:off x="0" y="4121727"/>
          <a:ext cx="7685953"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92A59C-3F38-421F-A1AE-9B7BDDDA969A}">
      <dsp:nvSpPr>
        <dsp:cNvPr id="0" name=""/>
        <dsp:cNvSpPr/>
      </dsp:nvSpPr>
      <dsp:spPr>
        <a:xfrm>
          <a:off x="0" y="4121726"/>
          <a:ext cx="7685953" cy="1373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Voluntad: Implementar nuevas estrategias y evaluar resultados mensualmente.</a:t>
          </a:r>
          <a:endParaRPr lang="en-US" sz="3200" b="1" kern="1200" dirty="0">
            <a:solidFill>
              <a:schemeClr val="tx2"/>
            </a:solidFill>
          </a:endParaRPr>
        </a:p>
      </dsp:txBody>
      <dsp:txXfrm>
        <a:off x="0" y="4121726"/>
        <a:ext cx="7685953" cy="13739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4D5717-BBE5-4C81-98A5-64B5CCF33F54}">
      <dsp:nvSpPr>
        <dsp:cNvPr id="0" name=""/>
        <dsp:cNvSpPr/>
      </dsp:nvSpPr>
      <dsp:spPr>
        <a:xfrm>
          <a:off x="0" y="0"/>
          <a:ext cx="5852160" cy="112654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dirty="0"/>
            <a:t>Meta: Aprobar con al menos 80% el próximo examen de matemáticas.</a:t>
          </a:r>
          <a:endParaRPr lang="en-US" sz="2200" kern="1200" dirty="0"/>
        </a:p>
      </dsp:txBody>
      <dsp:txXfrm>
        <a:off x="32995" y="32995"/>
        <a:ext cx="4541342" cy="1060550"/>
      </dsp:txXfrm>
    </dsp:sp>
    <dsp:sp modelId="{F0FB2389-EB30-4915-93A4-36AD3CEE4C96}">
      <dsp:nvSpPr>
        <dsp:cNvPr id="0" name=""/>
        <dsp:cNvSpPr/>
      </dsp:nvSpPr>
      <dsp:spPr>
        <a:xfrm>
          <a:off x="490118" y="1331366"/>
          <a:ext cx="5852160" cy="112654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a:t>Realidad: Actualmente tiene 60%, se distrae y no estudia con regularidad.</a:t>
          </a:r>
          <a:endParaRPr lang="en-US" sz="2200" kern="1200"/>
        </a:p>
      </dsp:txBody>
      <dsp:txXfrm>
        <a:off x="523113" y="1364361"/>
        <a:ext cx="4563800" cy="1060550"/>
      </dsp:txXfrm>
    </dsp:sp>
    <dsp:sp modelId="{402E541F-E6A6-465E-B6D4-82EE213EBD70}">
      <dsp:nvSpPr>
        <dsp:cNvPr id="0" name=""/>
        <dsp:cNvSpPr/>
      </dsp:nvSpPr>
      <dsp:spPr>
        <a:xfrm>
          <a:off x="972921" y="2662732"/>
          <a:ext cx="5852160" cy="112654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a:t>Opciones: Crear horario de estudio, pedir ayuda a un compañero, usar apps educativas.</a:t>
          </a:r>
          <a:endParaRPr lang="en-US" sz="2200" kern="1200"/>
        </a:p>
      </dsp:txBody>
      <dsp:txXfrm>
        <a:off x="1005916" y="2695727"/>
        <a:ext cx="4571115" cy="1060550"/>
      </dsp:txXfrm>
    </dsp:sp>
    <dsp:sp modelId="{10A24AA2-1947-48F6-9B71-A20A54345F38}">
      <dsp:nvSpPr>
        <dsp:cNvPr id="0" name=""/>
        <dsp:cNvSpPr/>
      </dsp:nvSpPr>
      <dsp:spPr>
        <a:xfrm>
          <a:off x="1463039" y="3994099"/>
          <a:ext cx="5852160" cy="112654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s-ES" sz="2200" kern="1200"/>
            <a:t>Voluntad: Estudiar 1 hora diaria, asistir a tutorías, revisar resultados cada viernes.</a:t>
          </a:r>
          <a:endParaRPr lang="en-US" sz="2200" kern="1200"/>
        </a:p>
      </dsp:txBody>
      <dsp:txXfrm>
        <a:off x="1496034" y="4027094"/>
        <a:ext cx="4563800" cy="1060550"/>
      </dsp:txXfrm>
    </dsp:sp>
    <dsp:sp modelId="{CA99B435-BC0D-4AD4-A0C8-D29B064EA4A9}">
      <dsp:nvSpPr>
        <dsp:cNvPr id="0" name=""/>
        <dsp:cNvSpPr/>
      </dsp:nvSpPr>
      <dsp:spPr>
        <a:xfrm>
          <a:off x="5119908" y="862827"/>
          <a:ext cx="732251" cy="732251"/>
        </a:xfrm>
        <a:prstGeom prst="downArrow">
          <a:avLst>
            <a:gd name="adj1" fmla="val 55000"/>
            <a:gd name="adj2" fmla="val 45000"/>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a:t>1</a:t>
          </a:r>
        </a:p>
      </dsp:txBody>
      <dsp:txXfrm>
        <a:off x="5284664" y="862827"/>
        <a:ext cx="402739" cy="551019"/>
      </dsp:txXfrm>
    </dsp:sp>
    <dsp:sp modelId="{6EA0EF7B-CE08-42B7-A18F-8F233CF847DA}">
      <dsp:nvSpPr>
        <dsp:cNvPr id="0" name=""/>
        <dsp:cNvSpPr/>
      </dsp:nvSpPr>
      <dsp:spPr>
        <a:xfrm>
          <a:off x="5610026" y="2194194"/>
          <a:ext cx="732251" cy="732251"/>
        </a:xfrm>
        <a:prstGeom prst="downArrow">
          <a:avLst>
            <a:gd name="adj1" fmla="val 55000"/>
            <a:gd name="adj2" fmla="val 45000"/>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a:t>2</a:t>
          </a:r>
        </a:p>
      </dsp:txBody>
      <dsp:txXfrm>
        <a:off x="5774782" y="2194194"/>
        <a:ext cx="402739" cy="551019"/>
      </dsp:txXfrm>
    </dsp:sp>
    <dsp:sp modelId="{532A33AF-A46E-44FA-8748-0BB4AFF4212C}">
      <dsp:nvSpPr>
        <dsp:cNvPr id="0" name=""/>
        <dsp:cNvSpPr/>
      </dsp:nvSpPr>
      <dsp:spPr>
        <a:xfrm>
          <a:off x="6092830" y="3525560"/>
          <a:ext cx="732251" cy="732251"/>
        </a:xfrm>
        <a:prstGeom prst="downArrow">
          <a:avLst>
            <a:gd name="adj1" fmla="val 55000"/>
            <a:gd name="adj2" fmla="val 45000"/>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a:t>3</a:t>
          </a:r>
        </a:p>
      </dsp:txBody>
      <dsp:txXfrm>
        <a:off x="6257586" y="3525560"/>
        <a:ext cx="402739" cy="5510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4A5C13-FB30-4A8A-A046-9E371EA5B563}">
      <dsp:nvSpPr>
        <dsp:cNvPr id="0" name=""/>
        <dsp:cNvSpPr/>
      </dsp:nvSpPr>
      <dsp:spPr>
        <a:xfrm>
          <a:off x="0" y="0"/>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44E672-BD1B-4908-8533-D8088A1E46CA}">
      <dsp:nvSpPr>
        <dsp:cNvPr id="0" name=""/>
        <dsp:cNvSpPr/>
      </dsp:nvSpPr>
      <dsp:spPr>
        <a:xfrm>
          <a:off x="0" y="0"/>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s-ES" sz="3100" b="1" kern="1200" dirty="0">
              <a:solidFill>
                <a:schemeClr val="tx2"/>
              </a:solidFill>
            </a:rPr>
            <a:t>Diseñar metas SMART a partir de resultados CRECE.</a:t>
          </a:r>
          <a:endParaRPr lang="en-US" sz="3100" b="1" kern="1200" dirty="0">
            <a:solidFill>
              <a:schemeClr val="tx2"/>
            </a:solidFill>
          </a:endParaRPr>
        </a:p>
      </dsp:txBody>
      <dsp:txXfrm>
        <a:off x="0" y="0"/>
        <a:ext cx="7315200" cy="1280318"/>
      </dsp:txXfrm>
    </dsp:sp>
    <dsp:sp modelId="{2A87928F-E1FD-4C13-834C-A9360419AF82}">
      <dsp:nvSpPr>
        <dsp:cNvPr id="0" name=""/>
        <dsp:cNvSpPr/>
      </dsp:nvSpPr>
      <dsp:spPr>
        <a:xfrm>
          <a:off x="0" y="1280318"/>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424E26-CA6F-4B4D-A381-9BF56BD20C69}">
      <dsp:nvSpPr>
        <dsp:cNvPr id="0" name=""/>
        <dsp:cNvSpPr/>
      </dsp:nvSpPr>
      <dsp:spPr>
        <a:xfrm>
          <a:off x="0" y="1280318"/>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s-ES" sz="3100" b="1" kern="1200" dirty="0">
              <a:solidFill>
                <a:schemeClr val="tx2"/>
              </a:solidFill>
            </a:rPr>
            <a:t>• Analizar la realidad escolar con datos de asistencia y rendimiento.</a:t>
          </a:r>
          <a:endParaRPr lang="en-US" sz="3100" b="1" kern="1200" dirty="0">
            <a:solidFill>
              <a:schemeClr val="tx2"/>
            </a:solidFill>
          </a:endParaRPr>
        </a:p>
      </dsp:txBody>
      <dsp:txXfrm>
        <a:off x="0" y="1280318"/>
        <a:ext cx="7315200" cy="1280318"/>
      </dsp:txXfrm>
    </dsp:sp>
    <dsp:sp modelId="{B3614697-D163-4B83-8C16-65741372ADA0}">
      <dsp:nvSpPr>
        <dsp:cNvPr id="0" name=""/>
        <dsp:cNvSpPr/>
      </dsp:nvSpPr>
      <dsp:spPr>
        <a:xfrm>
          <a:off x="0" y="2560637"/>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E637F6-74D1-406D-902B-4AC3F1808DD9}">
      <dsp:nvSpPr>
        <dsp:cNvPr id="0" name=""/>
        <dsp:cNvSpPr/>
      </dsp:nvSpPr>
      <dsp:spPr>
        <a:xfrm>
          <a:off x="0" y="2560637"/>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s-ES" sz="3100" b="1" kern="1200" dirty="0">
              <a:solidFill>
                <a:schemeClr val="tx2"/>
              </a:solidFill>
            </a:rPr>
            <a:t>• Generar opciones de mejora colaborativa.</a:t>
          </a:r>
          <a:endParaRPr lang="en-US" sz="3100" b="1" kern="1200" dirty="0">
            <a:solidFill>
              <a:schemeClr val="tx2"/>
            </a:solidFill>
          </a:endParaRPr>
        </a:p>
      </dsp:txBody>
      <dsp:txXfrm>
        <a:off x="0" y="2560637"/>
        <a:ext cx="7315200" cy="1280318"/>
      </dsp:txXfrm>
    </dsp:sp>
    <dsp:sp modelId="{0D23BEFF-A2A0-4AD5-AA5F-DBFA3E45C06C}">
      <dsp:nvSpPr>
        <dsp:cNvPr id="0" name=""/>
        <dsp:cNvSpPr/>
      </dsp:nvSpPr>
      <dsp:spPr>
        <a:xfrm>
          <a:off x="0" y="3840956"/>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5613E9-8BE2-40D7-A302-5601D69BE2E3}">
      <dsp:nvSpPr>
        <dsp:cNvPr id="0" name=""/>
        <dsp:cNvSpPr/>
      </dsp:nvSpPr>
      <dsp:spPr>
        <a:xfrm>
          <a:off x="0" y="3840956"/>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s-ES" sz="3100" kern="1200" dirty="0"/>
            <a:t>• </a:t>
          </a:r>
          <a:r>
            <a:rPr lang="es-ES" sz="3100" b="1" kern="1200" dirty="0">
              <a:solidFill>
                <a:schemeClr val="tx2"/>
              </a:solidFill>
            </a:rPr>
            <a:t>Elaborar un plan de acción concreto con fechas y responsables</a:t>
          </a:r>
          <a:r>
            <a:rPr lang="es-ES" sz="3100" kern="1200" dirty="0"/>
            <a:t>.</a:t>
          </a:r>
          <a:endParaRPr lang="en-US" sz="3100" kern="1200" dirty="0"/>
        </a:p>
      </dsp:txBody>
      <dsp:txXfrm>
        <a:off x="0" y="3840956"/>
        <a:ext cx="7315200" cy="12803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F485F8-5016-4D12-9BA0-C50732373DA7}">
      <dsp:nvSpPr>
        <dsp:cNvPr id="0" name=""/>
        <dsp:cNvSpPr/>
      </dsp:nvSpPr>
      <dsp:spPr>
        <a:xfrm>
          <a:off x="0" y="32897"/>
          <a:ext cx="7315200" cy="119690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Matemáticas: Aumentar un 10% el aprovechamiento en CRECE.</a:t>
          </a:r>
          <a:endParaRPr lang="en-US" sz="3100" kern="1200"/>
        </a:p>
      </dsp:txBody>
      <dsp:txXfrm>
        <a:off x="58428" y="91325"/>
        <a:ext cx="7198344" cy="1080053"/>
      </dsp:txXfrm>
    </dsp:sp>
    <dsp:sp modelId="{536C25C6-BBA3-4EBD-AC6E-89A1046A38C1}">
      <dsp:nvSpPr>
        <dsp:cNvPr id="0" name=""/>
        <dsp:cNvSpPr/>
      </dsp:nvSpPr>
      <dsp:spPr>
        <a:xfrm>
          <a:off x="0" y="1319087"/>
          <a:ext cx="7315200" cy="119690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Español: Mejorar comprensión lectora mediante metas progresivas.</a:t>
          </a:r>
          <a:endParaRPr lang="en-US" sz="3100" kern="1200"/>
        </a:p>
      </dsp:txBody>
      <dsp:txXfrm>
        <a:off x="58428" y="1377515"/>
        <a:ext cx="7198344" cy="1080053"/>
      </dsp:txXfrm>
    </dsp:sp>
    <dsp:sp modelId="{ADC55C68-D0D5-4CF0-9B41-C1D810DF4DC4}">
      <dsp:nvSpPr>
        <dsp:cNvPr id="0" name=""/>
        <dsp:cNvSpPr/>
      </dsp:nvSpPr>
      <dsp:spPr>
        <a:xfrm>
          <a:off x="0" y="2605277"/>
          <a:ext cx="7315200" cy="119690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Inglés: Incrementar uso de vocabulario académico en un 15%.</a:t>
          </a:r>
          <a:endParaRPr lang="en-US" sz="3100" kern="1200"/>
        </a:p>
      </dsp:txBody>
      <dsp:txXfrm>
        <a:off x="58428" y="2663705"/>
        <a:ext cx="7198344" cy="1080053"/>
      </dsp:txXfrm>
    </dsp:sp>
    <dsp:sp modelId="{C4249742-B7CD-48A8-A34B-23B61278A3C5}">
      <dsp:nvSpPr>
        <dsp:cNvPr id="0" name=""/>
        <dsp:cNvSpPr/>
      </dsp:nvSpPr>
      <dsp:spPr>
        <a:xfrm>
          <a:off x="0" y="3891467"/>
          <a:ext cx="7315200" cy="119690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ES" sz="3100" kern="1200"/>
            <a:t>Ciencia: Integrar proyectos prácticos basados en datos escolares.</a:t>
          </a:r>
          <a:endParaRPr lang="en-US" sz="3100" kern="1200"/>
        </a:p>
      </dsp:txBody>
      <dsp:txXfrm>
        <a:off x="58428" y="3949895"/>
        <a:ext cx="7198344" cy="10800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5F027-8AC9-4E4F-A4BF-288262FBA537}">
      <dsp:nvSpPr>
        <dsp:cNvPr id="0" name=""/>
        <dsp:cNvSpPr/>
      </dsp:nvSpPr>
      <dsp:spPr>
        <a:xfrm>
          <a:off x="0" y="767"/>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49CF3CE4-E395-4B3B-888D-88149867953D}">
      <dsp:nvSpPr>
        <dsp:cNvPr id="0" name=""/>
        <dsp:cNvSpPr/>
      </dsp:nvSpPr>
      <dsp:spPr>
        <a:xfrm>
          <a:off x="0" y="767"/>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Criterios:</a:t>
          </a:r>
          <a:endParaRPr lang="en-US" sz="3200" b="1" kern="1200" dirty="0">
            <a:solidFill>
              <a:schemeClr val="tx2"/>
            </a:solidFill>
          </a:endParaRPr>
        </a:p>
      </dsp:txBody>
      <dsp:txXfrm>
        <a:off x="0" y="767"/>
        <a:ext cx="8354217" cy="897852"/>
      </dsp:txXfrm>
    </dsp:sp>
    <dsp:sp modelId="{A9ECB083-9DD9-497D-8895-4CAFDF9F21CE}">
      <dsp:nvSpPr>
        <dsp:cNvPr id="0" name=""/>
        <dsp:cNvSpPr/>
      </dsp:nvSpPr>
      <dsp:spPr>
        <a:xfrm>
          <a:off x="0" y="898619"/>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77C79F4A-93A6-4B1A-8524-100C71C518F6}">
      <dsp:nvSpPr>
        <dsp:cNvPr id="0" name=""/>
        <dsp:cNvSpPr/>
      </dsp:nvSpPr>
      <dsp:spPr>
        <a:xfrm>
          <a:off x="0" y="898619"/>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Claridad de metas definidas.</a:t>
          </a:r>
          <a:endParaRPr lang="en-US" sz="3200" b="1" kern="1200" dirty="0">
            <a:solidFill>
              <a:schemeClr val="tx2"/>
            </a:solidFill>
          </a:endParaRPr>
        </a:p>
      </dsp:txBody>
      <dsp:txXfrm>
        <a:off x="0" y="898619"/>
        <a:ext cx="8354217" cy="897852"/>
      </dsp:txXfrm>
    </dsp:sp>
    <dsp:sp modelId="{79285DE3-F3E4-4E2A-85CC-C2D6C6610024}">
      <dsp:nvSpPr>
        <dsp:cNvPr id="0" name=""/>
        <dsp:cNvSpPr/>
      </dsp:nvSpPr>
      <dsp:spPr>
        <a:xfrm>
          <a:off x="0" y="1796471"/>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A313F5D4-A02D-45EE-AA44-28212B0406F2}">
      <dsp:nvSpPr>
        <dsp:cNvPr id="0" name=""/>
        <dsp:cNvSpPr/>
      </dsp:nvSpPr>
      <dsp:spPr>
        <a:xfrm>
          <a:off x="0" y="1796471"/>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Pertinencia de los objetivos SMART.</a:t>
          </a:r>
          <a:endParaRPr lang="en-US" sz="3200" b="1" kern="1200" dirty="0">
            <a:solidFill>
              <a:schemeClr val="tx2"/>
            </a:solidFill>
          </a:endParaRPr>
        </a:p>
      </dsp:txBody>
      <dsp:txXfrm>
        <a:off x="0" y="1796471"/>
        <a:ext cx="8354217" cy="897852"/>
      </dsp:txXfrm>
    </dsp:sp>
    <dsp:sp modelId="{91D5BF54-1AB6-4EAA-9CA1-D703A368C982}">
      <dsp:nvSpPr>
        <dsp:cNvPr id="0" name=""/>
        <dsp:cNvSpPr/>
      </dsp:nvSpPr>
      <dsp:spPr>
        <a:xfrm>
          <a:off x="0" y="2694323"/>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21FC7FA6-B7E1-4A50-A94C-3A80C7E638FC}">
      <dsp:nvSpPr>
        <dsp:cNvPr id="0" name=""/>
        <dsp:cNvSpPr/>
      </dsp:nvSpPr>
      <dsp:spPr>
        <a:xfrm>
          <a:off x="0" y="2694323"/>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Realismo en el análisis de la realidad.</a:t>
          </a:r>
          <a:endParaRPr lang="en-US" sz="3200" b="1" kern="1200" dirty="0">
            <a:solidFill>
              <a:schemeClr val="tx2"/>
            </a:solidFill>
          </a:endParaRPr>
        </a:p>
      </dsp:txBody>
      <dsp:txXfrm>
        <a:off x="0" y="2694323"/>
        <a:ext cx="8354217" cy="897852"/>
      </dsp:txXfrm>
    </dsp:sp>
    <dsp:sp modelId="{D485A39F-7CCB-4ED5-8BF2-BDD35C6FBFEB}">
      <dsp:nvSpPr>
        <dsp:cNvPr id="0" name=""/>
        <dsp:cNvSpPr/>
      </dsp:nvSpPr>
      <dsp:spPr>
        <a:xfrm>
          <a:off x="0" y="3592176"/>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AECF9B60-D934-49C1-9991-680A06D4366B}">
      <dsp:nvSpPr>
        <dsp:cNvPr id="0" name=""/>
        <dsp:cNvSpPr/>
      </dsp:nvSpPr>
      <dsp:spPr>
        <a:xfrm>
          <a:off x="0" y="3592176"/>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s-ES" sz="3200" b="1" kern="1200" dirty="0">
              <a:solidFill>
                <a:schemeClr val="tx2"/>
              </a:solidFill>
            </a:rPr>
            <a:t>Variedad y viabilidad de opciones.</a:t>
          </a:r>
          <a:endParaRPr lang="en-US" sz="3200" b="1" kern="1200" dirty="0">
            <a:solidFill>
              <a:schemeClr val="tx2"/>
            </a:solidFill>
          </a:endParaRPr>
        </a:p>
      </dsp:txBody>
      <dsp:txXfrm>
        <a:off x="0" y="3592176"/>
        <a:ext cx="8354217" cy="897852"/>
      </dsp:txXfrm>
    </dsp:sp>
    <dsp:sp modelId="{EFDBB4C9-CA27-4FA9-85DF-2A1780C5E373}">
      <dsp:nvSpPr>
        <dsp:cNvPr id="0" name=""/>
        <dsp:cNvSpPr/>
      </dsp:nvSpPr>
      <dsp:spPr>
        <a:xfrm>
          <a:off x="0" y="4490028"/>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0CE5E406-7C21-4C88-B4CF-FCACCB6F3F5C}">
      <dsp:nvSpPr>
        <dsp:cNvPr id="0" name=""/>
        <dsp:cNvSpPr/>
      </dsp:nvSpPr>
      <dsp:spPr>
        <a:xfrm>
          <a:off x="0" y="4490028"/>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s-ES" sz="3100" b="1" kern="1200" dirty="0">
              <a:solidFill>
                <a:schemeClr val="tx2"/>
              </a:solidFill>
            </a:rPr>
            <a:t>Plan de acción detallado con tiempos y responsables</a:t>
          </a:r>
          <a:r>
            <a:rPr lang="es-ES" sz="3100" kern="1200" dirty="0"/>
            <a:t>.</a:t>
          </a:r>
          <a:endParaRPr lang="en-US" sz="3100" kern="1200" dirty="0"/>
        </a:p>
      </dsp:txBody>
      <dsp:txXfrm>
        <a:off x="0" y="4490028"/>
        <a:ext cx="8354217" cy="897852"/>
      </dsp:txXfrm>
    </dsp:sp>
    <dsp:sp modelId="{444E7233-D762-4ED1-AB35-4CCA7DF24034}">
      <dsp:nvSpPr>
        <dsp:cNvPr id="0" name=""/>
        <dsp:cNvSpPr/>
      </dsp:nvSpPr>
      <dsp:spPr>
        <a:xfrm>
          <a:off x="0" y="5387880"/>
          <a:ext cx="8354217"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sp>
    <dsp:sp modelId="{22DC4955-18A8-4693-9480-73408534D664}">
      <dsp:nvSpPr>
        <dsp:cNvPr id="0" name=""/>
        <dsp:cNvSpPr/>
      </dsp:nvSpPr>
      <dsp:spPr>
        <a:xfrm>
          <a:off x="0" y="5387880"/>
          <a:ext cx="8354217" cy="897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s-ES" sz="2800" b="1" kern="1200" dirty="0">
              <a:solidFill>
                <a:schemeClr val="tx2"/>
              </a:solidFill>
            </a:rPr>
            <a:t>Nivel de motivación y compromiso demostrado</a:t>
          </a:r>
          <a:r>
            <a:rPr lang="es-ES" sz="2800" kern="1200" dirty="0"/>
            <a:t>.</a:t>
          </a:r>
          <a:endParaRPr lang="en-US" sz="2800" kern="1200" dirty="0"/>
        </a:p>
      </dsp:txBody>
      <dsp:txXfrm>
        <a:off x="0" y="5387880"/>
        <a:ext cx="8354217" cy="89785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FB027-3FAD-4D32-8165-5CA5FA78F3CD}">
      <dsp:nvSpPr>
        <dsp:cNvPr id="0" name=""/>
        <dsp:cNvSpPr/>
      </dsp:nvSpPr>
      <dsp:spPr>
        <a:xfrm>
          <a:off x="0" y="625"/>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8CD66F-B347-4833-A76F-941EFD169710}">
      <dsp:nvSpPr>
        <dsp:cNvPr id="0" name=""/>
        <dsp:cNvSpPr/>
      </dsp:nvSpPr>
      <dsp:spPr>
        <a:xfrm>
          <a:off x="0" y="625"/>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Objetivo: Aplicar el modelo GROW para transformar datos reales en un plan de acción.</a:t>
          </a:r>
          <a:endParaRPr lang="en-US" sz="2100" b="1" kern="1200" dirty="0">
            <a:solidFill>
              <a:schemeClr val="tx2"/>
            </a:solidFill>
          </a:endParaRPr>
        </a:p>
      </dsp:txBody>
      <dsp:txXfrm>
        <a:off x="0" y="625"/>
        <a:ext cx="7315200" cy="731432"/>
      </dsp:txXfrm>
    </dsp:sp>
    <dsp:sp modelId="{C39165DC-BDAD-4A21-BA4E-5CE33E8F2181}">
      <dsp:nvSpPr>
        <dsp:cNvPr id="0" name=""/>
        <dsp:cNvSpPr/>
      </dsp:nvSpPr>
      <dsp:spPr>
        <a:xfrm>
          <a:off x="0" y="732057"/>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F3BCE9-D912-43E8-B86D-67525A8691A0}">
      <dsp:nvSpPr>
        <dsp:cNvPr id="0" name=""/>
        <dsp:cNvSpPr/>
      </dsp:nvSpPr>
      <dsp:spPr>
        <a:xfrm>
          <a:off x="0" y="732057"/>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Instrucciones:</a:t>
          </a:r>
          <a:endParaRPr lang="en-US" sz="2100" b="1" kern="1200" dirty="0">
            <a:solidFill>
              <a:schemeClr val="tx2"/>
            </a:solidFill>
          </a:endParaRPr>
        </a:p>
      </dsp:txBody>
      <dsp:txXfrm>
        <a:off x="0" y="732057"/>
        <a:ext cx="7315200" cy="731432"/>
      </dsp:txXfrm>
    </dsp:sp>
    <dsp:sp modelId="{A39DC731-CB90-4B8C-8B69-4135B6A5AFA4}">
      <dsp:nvSpPr>
        <dsp:cNvPr id="0" name=""/>
        <dsp:cNvSpPr/>
      </dsp:nvSpPr>
      <dsp:spPr>
        <a:xfrm>
          <a:off x="0" y="1463489"/>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B00342-7210-4A4F-9C8F-3A5E2F30F228}">
      <dsp:nvSpPr>
        <dsp:cNvPr id="0" name=""/>
        <dsp:cNvSpPr/>
      </dsp:nvSpPr>
      <dsp:spPr>
        <a:xfrm>
          <a:off x="0" y="1463489"/>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1. Formar grupos de 4–5 docentes.</a:t>
          </a:r>
          <a:endParaRPr lang="en-US" sz="2100" b="1" kern="1200" dirty="0">
            <a:solidFill>
              <a:schemeClr val="tx2"/>
            </a:solidFill>
          </a:endParaRPr>
        </a:p>
      </dsp:txBody>
      <dsp:txXfrm>
        <a:off x="0" y="1463489"/>
        <a:ext cx="7315200" cy="731432"/>
      </dsp:txXfrm>
    </dsp:sp>
    <dsp:sp modelId="{F5641FDC-6995-48D7-9DB0-49EE0664E4CD}">
      <dsp:nvSpPr>
        <dsp:cNvPr id="0" name=""/>
        <dsp:cNvSpPr/>
      </dsp:nvSpPr>
      <dsp:spPr>
        <a:xfrm>
          <a:off x="0" y="2194921"/>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DA402B-970A-4AA4-AEAE-7B3DF1ECADF9}">
      <dsp:nvSpPr>
        <dsp:cNvPr id="0" name=""/>
        <dsp:cNvSpPr/>
      </dsp:nvSpPr>
      <dsp:spPr>
        <a:xfrm>
          <a:off x="0" y="2194921"/>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2. Analizar datos simulados de la escuela (ej. CRECE, asistencia, rendimiento).</a:t>
          </a:r>
          <a:endParaRPr lang="en-US" sz="2100" b="1" kern="1200" dirty="0">
            <a:solidFill>
              <a:schemeClr val="tx2"/>
            </a:solidFill>
          </a:endParaRPr>
        </a:p>
      </dsp:txBody>
      <dsp:txXfrm>
        <a:off x="0" y="2194921"/>
        <a:ext cx="7315200" cy="731432"/>
      </dsp:txXfrm>
    </dsp:sp>
    <dsp:sp modelId="{40FF12C7-8B16-4F81-BA46-B1F83BAB387B}">
      <dsp:nvSpPr>
        <dsp:cNvPr id="0" name=""/>
        <dsp:cNvSpPr/>
      </dsp:nvSpPr>
      <dsp:spPr>
        <a:xfrm>
          <a:off x="0" y="2926353"/>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0CD2E7-6EEC-483A-8D1E-F1714840A44F}">
      <dsp:nvSpPr>
        <dsp:cNvPr id="0" name=""/>
        <dsp:cNvSpPr/>
      </dsp:nvSpPr>
      <dsp:spPr>
        <a:xfrm>
          <a:off x="0" y="2926353"/>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3. Responder con el modelo GROW:</a:t>
          </a:r>
          <a:endParaRPr lang="en-US" sz="2100" b="1" kern="1200" dirty="0">
            <a:solidFill>
              <a:schemeClr val="tx2"/>
            </a:solidFill>
          </a:endParaRPr>
        </a:p>
      </dsp:txBody>
      <dsp:txXfrm>
        <a:off x="0" y="2926353"/>
        <a:ext cx="7315200" cy="731432"/>
      </dsp:txXfrm>
    </dsp:sp>
    <dsp:sp modelId="{ECCCE17E-29AB-43ED-991A-7F21A72C5AF2}">
      <dsp:nvSpPr>
        <dsp:cNvPr id="0" name=""/>
        <dsp:cNvSpPr/>
      </dsp:nvSpPr>
      <dsp:spPr>
        <a:xfrm>
          <a:off x="0" y="3657785"/>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C34567-2839-41F0-8083-A249B056C971}">
      <dsp:nvSpPr>
        <dsp:cNvPr id="0" name=""/>
        <dsp:cNvSpPr/>
      </dsp:nvSpPr>
      <dsp:spPr>
        <a:xfrm>
          <a:off x="0" y="3657785"/>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 </a:t>
          </a:r>
          <a:r>
            <a:rPr lang="es-ES" sz="2400" b="1" kern="1200" dirty="0" err="1">
              <a:solidFill>
                <a:schemeClr val="tx2"/>
              </a:solidFill>
            </a:rPr>
            <a:t>Goal</a:t>
          </a:r>
          <a:r>
            <a:rPr lang="es-ES" sz="2400" b="1" kern="1200" dirty="0">
              <a:solidFill>
                <a:schemeClr val="tx2"/>
              </a:solidFill>
            </a:rPr>
            <a:t>: Meta específica a alcanzar.</a:t>
          </a:r>
          <a:endParaRPr lang="en-US" sz="2400" b="1" kern="1200" dirty="0">
            <a:solidFill>
              <a:schemeClr val="tx2"/>
            </a:solidFill>
          </a:endParaRPr>
        </a:p>
      </dsp:txBody>
      <dsp:txXfrm>
        <a:off x="0" y="3657785"/>
        <a:ext cx="7315200" cy="731432"/>
      </dsp:txXfrm>
    </dsp:sp>
    <dsp:sp modelId="{16957DCD-0B30-4DCA-A318-E9FDE484D0DA}">
      <dsp:nvSpPr>
        <dsp:cNvPr id="0" name=""/>
        <dsp:cNvSpPr/>
      </dsp:nvSpPr>
      <dsp:spPr>
        <a:xfrm>
          <a:off x="0" y="4389217"/>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93B51B-16EB-4C70-A776-516AFA0EE28D}">
      <dsp:nvSpPr>
        <dsp:cNvPr id="0" name=""/>
        <dsp:cNvSpPr/>
      </dsp:nvSpPr>
      <dsp:spPr>
        <a:xfrm>
          <a:off x="0" y="4389217"/>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 </a:t>
          </a:r>
          <a:r>
            <a:rPr lang="es-ES" sz="2400" b="1" kern="1200" dirty="0" err="1">
              <a:solidFill>
                <a:schemeClr val="tx2"/>
              </a:solidFill>
            </a:rPr>
            <a:t>Reality</a:t>
          </a:r>
          <a:r>
            <a:rPr lang="es-ES" sz="2400" b="1" kern="1200" dirty="0">
              <a:solidFill>
                <a:schemeClr val="tx2"/>
              </a:solidFill>
            </a:rPr>
            <a:t>: Fortalezas y debilidades</a:t>
          </a:r>
          <a:endParaRPr lang="en-US" sz="2400" b="1" kern="1200" dirty="0">
            <a:solidFill>
              <a:schemeClr val="tx2"/>
            </a:solidFill>
          </a:endParaRPr>
        </a:p>
      </dsp:txBody>
      <dsp:txXfrm>
        <a:off x="0" y="4389217"/>
        <a:ext cx="7315200" cy="73143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60DFA-440A-468B-8E37-D06F6FB76187}">
      <dsp:nvSpPr>
        <dsp:cNvPr id="0" name=""/>
        <dsp:cNvSpPr/>
      </dsp:nvSpPr>
      <dsp:spPr>
        <a:xfrm>
          <a:off x="0" y="0"/>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8D555C-3981-499C-9F7F-20358BD92E3C}">
      <dsp:nvSpPr>
        <dsp:cNvPr id="0" name=""/>
        <dsp:cNvSpPr/>
      </dsp:nvSpPr>
      <dsp:spPr>
        <a:xfrm>
          <a:off x="0" y="0"/>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kern="1200" dirty="0">
              <a:solidFill>
                <a:schemeClr val="tx2"/>
              </a:solidFill>
            </a:rPr>
            <a:t>Objetivo: Formular metas SMART y evaluarlas con la rúbrica del Modelo GROW.</a:t>
          </a:r>
          <a:endParaRPr lang="en-US" sz="2700" b="1" kern="1200" dirty="0">
            <a:solidFill>
              <a:schemeClr val="tx2"/>
            </a:solidFill>
          </a:endParaRPr>
        </a:p>
      </dsp:txBody>
      <dsp:txXfrm>
        <a:off x="0" y="0"/>
        <a:ext cx="7315200" cy="1280318"/>
      </dsp:txXfrm>
    </dsp:sp>
    <dsp:sp modelId="{6ED2B7EC-48BA-4DAB-9AAF-75301949E5DC}">
      <dsp:nvSpPr>
        <dsp:cNvPr id="0" name=""/>
        <dsp:cNvSpPr/>
      </dsp:nvSpPr>
      <dsp:spPr>
        <a:xfrm>
          <a:off x="0" y="1280318"/>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81BF1B-6F92-43BE-8C99-3B3CA7BACC7F}">
      <dsp:nvSpPr>
        <dsp:cNvPr id="0" name=""/>
        <dsp:cNvSpPr/>
      </dsp:nvSpPr>
      <dsp:spPr>
        <a:xfrm>
          <a:off x="0" y="1280318"/>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u="sng" kern="1200" dirty="0">
              <a:solidFill>
                <a:schemeClr val="tx2"/>
              </a:solidFill>
            </a:rPr>
            <a:t>Instrucciones:</a:t>
          </a:r>
          <a:endParaRPr lang="en-US" sz="2700" kern="1200" dirty="0">
            <a:solidFill>
              <a:schemeClr val="tx2"/>
            </a:solidFill>
          </a:endParaRPr>
        </a:p>
      </dsp:txBody>
      <dsp:txXfrm>
        <a:off x="0" y="1280318"/>
        <a:ext cx="7315200" cy="1280318"/>
      </dsp:txXfrm>
    </dsp:sp>
    <dsp:sp modelId="{131EBD29-EDB0-4815-AA3C-D96E89B6BBDB}">
      <dsp:nvSpPr>
        <dsp:cNvPr id="0" name=""/>
        <dsp:cNvSpPr/>
      </dsp:nvSpPr>
      <dsp:spPr>
        <a:xfrm>
          <a:off x="0" y="2560637"/>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DAE504-0796-499B-855F-826EDCFDA11F}">
      <dsp:nvSpPr>
        <dsp:cNvPr id="0" name=""/>
        <dsp:cNvSpPr/>
      </dsp:nvSpPr>
      <dsp:spPr>
        <a:xfrm>
          <a:off x="0" y="2560637"/>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kern="1200" dirty="0">
              <a:solidFill>
                <a:schemeClr val="tx2"/>
              </a:solidFill>
            </a:rPr>
            <a:t>1. Cada docente selecciona un área de su práctica (ej. comprensión lectora, matemáticas).</a:t>
          </a:r>
          <a:endParaRPr lang="en-US" sz="2700" b="1" kern="1200" dirty="0">
            <a:solidFill>
              <a:schemeClr val="tx2"/>
            </a:solidFill>
          </a:endParaRPr>
        </a:p>
      </dsp:txBody>
      <dsp:txXfrm>
        <a:off x="0" y="2560637"/>
        <a:ext cx="7315200" cy="1280318"/>
      </dsp:txXfrm>
    </dsp:sp>
    <dsp:sp modelId="{A880A5DE-CE45-4069-8FE9-FEEBCC3866E6}">
      <dsp:nvSpPr>
        <dsp:cNvPr id="0" name=""/>
        <dsp:cNvSpPr/>
      </dsp:nvSpPr>
      <dsp:spPr>
        <a:xfrm>
          <a:off x="0" y="3840956"/>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BA61BA-F348-4948-86CA-587D3694E458}">
      <dsp:nvSpPr>
        <dsp:cNvPr id="0" name=""/>
        <dsp:cNvSpPr/>
      </dsp:nvSpPr>
      <dsp:spPr>
        <a:xfrm>
          <a:off x="0" y="3840956"/>
          <a:ext cx="7315200" cy="1280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kern="1200" dirty="0">
              <a:solidFill>
                <a:schemeClr val="tx2"/>
              </a:solidFill>
            </a:rPr>
            <a:t>2. Formular una meta SMART (Específica, Medible, Alcanzable, Realista, Temporal</a:t>
          </a:r>
          <a:r>
            <a:rPr lang="es-ES" sz="2700" kern="1200" dirty="0"/>
            <a:t>).</a:t>
          </a:r>
          <a:endParaRPr lang="en-US" sz="2700" kern="1200" dirty="0"/>
        </a:p>
      </dsp:txBody>
      <dsp:txXfrm>
        <a:off x="0" y="3840956"/>
        <a:ext cx="7315200" cy="128031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6A78E-0EC3-4BB3-A640-981B6D1EAE70}">
      <dsp:nvSpPr>
        <dsp:cNvPr id="0" name=""/>
        <dsp:cNvSpPr/>
      </dsp:nvSpPr>
      <dsp:spPr>
        <a:xfrm>
          <a:off x="0" y="625"/>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116701-6925-4A33-B675-7FA160FC09CA}">
      <dsp:nvSpPr>
        <dsp:cNvPr id="0" name=""/>
        <dsp:cNvSpPr/>
      </dsp:nvSpPr>
      <dsp:spPr>
        <a:xfrm>
          <a:off x="0" y="625"/>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3. Evaluar la meta utilizando la rúbrica del Modelo GROW:</a:t>
          </a:r>
          <a:endParaRPr lang="en-US" sz="2100" b="1" kern="1200" dirty="0">
            <a:solidFill>
              <a:schemeClr val="tx2"/>
            </a:solidFill>
          </a:endParaRPr>
        </a:p>
      </dsp:txBody>
      <dsp:txXfrm>
        <a:off x="0" y="625"/>
        <a:ext cx="7315200" cy="731432"/>
      </dsp:txXfrm>
    </dsp:sp>
    <dsp:sp modelId="{8CD6E962-5AF9-4999-8820-4D5CB1985EED}">
      <dsp:nvSpPr>
        <dsp:cNvPr id="0" name=""/>
        <dsp:cNvSpPr/>
      </dsp:nvSpPr>
      <dsp:spPr>
        <a:xfrm>
          <a:off x="0" y="732057"/>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52CF45-8A12-49F8-B679-324FE3ACDD44}">
      <dsp:nvSpPr>
        <dsp:cNvPr id="0" name=""/>
        <dsp:cNvSpPr/>
      </dsp:nvSpPr>
      <dsp:spPr>
        <a:xfrm>
          <a:off x="0" y="732057"/>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 Claridad de la meta.</a:t>
          </a:r>
          <a:endParaRPr lang="en-US" sz="2100" b="1" kern="1200" dirty="0">
            <a:solidFill>
              <a:schemeClr val="tx2"/>
            </a:solidFill>
          </a:endParaRPr>
        </a:p>
      </dsp:txBody>
      <dsp:txXfrm>
        <a:off x="0" y="732057"/>
        <a:ext cx="7315200" cy="731432"/>
      </dsp:txXfrm>
    </dsp:sp>
    <dsp:sp modelId="{14DE653A-8F62-4305-A50C-02B2F55E8170}">
      <dsp:nvSpPr>
        <dsp:cNvPr id="0" name=""/>
        <dsp:cNvSpPr/>
      </dsp:nvSpPr>
      <dsp:spPr>
        <a:xfrm>
          <a:off x="0" y="1463489"/>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416498-EDF0-4FE1-B28B-D46EE33CCAA6}">
      <dsp:nvSpPr>
        <dsp:cNvPr id="0" name=""/>
        <dsp:cNvSpPr/>
      </dsp:nvSpPr>
      <dsp:spPr>
        <a:xfrm>
          <a:off x="0" y="1463489"/>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 Pertinencia de los objetivos.</a:t>
          </a:r>
          <a:endParaRPr lang="en-US" sz="2400" b="1" kern="1200" dirty="0">
            <a:solidFill>
              <a:schemeClr val="tx2"/>
            </a:solidFill>
          </a:endParaRPr>
        </a:p>
      </dsp:txBody>
      <dsp:txXfrm>
        <a:off x="0" y="1463489"/>
        <a:ext cx="7315200" cy="731432"/>
      </dsp:txXfrm>
    </dsp:sp>
    <dsp:sp modelId="{4AD5EC1F-2E3A-4AA6-9209-64D8AE8E3F70}">
      <dsp:nvSpPr>
        <dsp:cNvPr id="0" name=""/>
        <dsp:cNvSpPr/>
      </dsp:nvSpPr>
      <dsp:spPr>
        <a:xfrm>
          <a:off x="0" y="2194921"/>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EE9F98-E2E0-4CFE-ADE4-49B3735DE6E4}">
      <dsp:nvSpPr>
        <dsp:cNvPr id="0" name=""/>
        <dsp:cNvSpPr/>
      </dsp:nvSpPr>
      <dsp:spPr>
        <a:xfrm>
          <a:off x="0" y="2194921"/>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 Realismo del plan.</a:t>
          </a:r>
          <a:endParaRPr lang="en-US" sz="2400" b="1" kern="1200" dirty="0">
            <a:solidFill>
              <a:schemeClr val="tx2"/>
            </a:solidFill>
          </a:endParaRPr>
        </a:p>
      </dsp:txBody>
      <dsp:txXfrm>
        <a:off x="0" y="2194921"/>
        <a:ext cx="7315200" cy="731432"/>
      </dsp:txXfrm>
    </dsp:sp>
    <dsp:sp modelId="{EE255755-FF18-407D-9F32-5F1E5C2C978D}">
      <dsp:nvSpPr>
        <dsp:cNvPr id="0" name=""/>
        <dsp:cNvSpPr/>
      </dsp:nvSpPr>
      <dsp:spPr>
        <a:xfrm>
          <a:off x="0" y="2926353"/>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AF9ED3-727D-47A9-91CA-7512DB6B1B85}">
      <dsp:nvSpPr>
        <dsp:cNvPr id="0" name=""/>
        <dsp:cNvSpPr/>
      </dsp:nvSpPr>
      <dsp:spPr>
        <a:xfrm>
          <a:off x="0" y="2926353"/>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 Opciones propuestas.</a:t>
          </a:r>
          <a:endParaRPr lang="en-US" sz="2400" b="1" kern="1200" dirty="0">
            <a:solidFill>
              <a:schemeClr val="tx2"/>
            </a:solidFill>
          </a:endParaRPr>
        </a:p>
      </dsp:txBody>
      <dsp:txXfrm>
        <a:off x="0" y="2926353"/>
        <a:ext cx="7315200" cy="731432"/>
      </dsp:txXfrm>
    </dsp:sp>
    <dsp:sp modelId="{B461AAE3-D05E-4663-8BA5-F78C2FCBC8C8}">
      <dsp:nvSpPr>
        <dsp:cNvPr id="0" name=""/>
        <dsp:cNvSpPr/>
      </dsp:nvSpPr>
      <dsp:spPr>
        <a:xfrm>
          <a:off x="0" y="3657785"/>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F7397C-8AE7-45C3-91D6-5734BED8BD1C}">
      <dsp:nvSpPr>
        <dsp:cNvPr id="0" name=""/>
        <dsp:cNvSpPr/>
      </dsp:nvSpPr>
      <dsp:spPr>
        <a:xfrm>
          <a:off x="0" y="3657785"/>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b="1" kern="1200" dirty="0">
              <a:solidFill>
                <a:schemeClr val="tx2"/>
              </a:solidFill>
            </a:rPr>
            <a:t>• Plan de acción detallado.</a:t>
          </a:r>
          <a:endParaRPr lang="en-US" sz="2400" b="1" kern="1200" dirty="0">
            <a:solidFill>
              <a:schemeClr val="tx2"/>
            </a:solidFill>
          </a:endParaRPr>
        </a:p>
      </dsp:txBody>
      <dsp:txXfrm>
        <a:off x="0" y="3657785"/>
        <a:ext cx="7315200" cy="731432"/>
      </dsp:txXfrm>
    </dsp:sp>
    <dsp:sp modelId="{6B54EDE2-D2DE-4189-ADEC-8A2E8491C795}">
      <dsp:nvSpPr>
        <dsp:cNvPr id="0" name=""/>
        <dsp:cNvSpPr/>
      </dsp:nvSpPr>
      <dsp:spPr>
        <a:xfrm>
          <a:off x="0" y="4389217"/>
          <a:ext cx="731520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4FAEA6-0AAB-48F1-89F9-9A7AB3CBBA56}">
      <dsp:nvSpPr>
        <dsp:cNvPr id="0" name=""/>
        <dsp:cNvSpPr/>
      </dsp:nvSpPr>
      <dsp:spPr>
        <a:xfrm>
          <a:off x="0" y="4389217"/>
          <a:ext cx="7315200" cy="73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s-ES" sz="2100" b="1" kern="1200" dirty="0">
              <a:solidFill>
                <a:schemeClr val="tx2"/>
              </a:solidFill>
            </a:rPr>
            <a:t>4</a:t>
          </a:r>
          <a:r>
            <a:rPr lang="es-ES" sz="2400" b="1" kern="1200" dirty="0">
              <a:solidFill>
                <a:schemeClr val="tx2"/>
              </a:solidFill>
            </a:rPr>
            <a:t>. Compartir en plenaria ejemplos seleccionados</a:t>
          </a:r>
          <a:r>
            <a:rPr lang="es-ES" sz="2100" kern="1200" dirty="0"/>
            <a:t>.</a:t>
          </a:r>
          <a:endParaRPr lang="en-US" sz="2100" kern="1200" dirty="0"/>
        </a:p>
      </dsp:txBody>
      <dsp:txXfrm>
        <a:off x="0" y="4389217"/>
        <a:ext cx="7315200" cy="73143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4EC78-6DC8-4B27-BDA1-7C9183C9AA22}">
      <dsp:nvSpPr>
        <dsp:cNvPr id="0" name=""/>
        <dsp:cNvSpPr/>
      </dsp:nvSpPr>
      <dsp:spPr>
        <a:xfrm>
          <a:off x="0" y="982644"/>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dirty="0"/>
            <a:t>Alexander, G., &amp; Renshaw, B. (2005). </a:t>
          </a:r>
          <a:r>
            <a:rPr lang="es-PR" sz="1000" i="1" kern="1200" dirty="0" err="1"/>
            <a:t>Supercoaching</a:t>
          </a:r>
          <a:r>
            <a:rPr lang="es-PR" sz="1000" i="1" kern="1200" dirty="0"/>
            <a:t>: </a:t>
          </a:r>
          <a:r>
            <a:rPr lang="es-PR" sz="1000" i="1" kern="1200" dirty="0" err="1"/>
            <a:t>The</a:t>
          </a:r>
          <a:r>
            <a:rPr lang="es-PR" sz="1000" i="1" kern="1200" dirty="0"/>
            <a:t> </a:t>
          </a:r>
          <a:r>
            <a:rPr lang="es-PR" sz="1000" i="1" kern="1200" dirty="0" err="1"/>
            <a:t>missing</a:t>
          </a:r>
          <a:r>
            <a:rPr lang="es-PR" sz="1000" i="1" kern="1200" dirty="0"/>
            <a:t> </a:t>
          </a:r>
          <a:r>
            <a:rPr lang="es-PR" sz="1000" i="1" kern="1200" dirty="0" err="1"/>
            <a:t>ingredient</a:t>
          </a:r>
          <a:r>
            <a:rPr lang="es-PR" sz="1000" i="1" kern="1200" dirty="0"/>
            <a:t> </a:t>
          </a:r>
          <a:r>
            <a:rPr lang="es-PR" sz="1000" i="1" kern="1200" dirty="0" err="1"/>
            <a:t>for</a:t>
          </a:r>
          <a:r>
            <a:rPr lang="es-PR" sz="1000" i="1" kern="1200" dirty="0"/>
            <a:t> </a:t>
          </a:r>
          <a:r>
            <a:rPr lang="es-PR" sz="1000" i="1" kern="1200" dirty="0" err="1"/>
            <a:t>high</a:t>
          </a:r>
          <a:r>
            <a:rPr lang="es-PR" sz="1000" i="1" kern="1200" dirty="0"/>
            <a:t> performance</a:t>
          </a:r>
          <a:r>
            <a:rPr lang="es-PR" sz="1000" kern="1200" dirty="0"/>
            <a:t>. </a:t>
          </a:r>
          <a:r>
            <a:rPr lang="es-PR" sz="1000" kern="1200" dirty="0" err="1"/>
            <a:t>Random</a:t>
          </a:r>
          <a:r>
            <a:rPr lang="es-PR" sz="1000" kern="1200" dirty="0"/>
            <a:t> House Business </a:t>
          </a:r>
          <a:r>
            <a:rPr lang="es-PR" sz="1000" kern="1200" dirty="0" err="1"/>
            <a:t>Books</a:t>
          </a:r>
          <a:r>
            <a:rPr lang="es-PR" sz="1000" kern="1200" dirty="0"/>
            <a:t>.</a:t>
          </a:r>
          <a:endParaRPr lang="en-US" sz="1000" kern="1200" dirty="0"/>
        </a:p>
      </dsp:txBody>
      <dsp:txXfrm>
        <a:off x="18848" y="1001492"/>
        <a:ext cx="7514039" cy="348404"/>
      </dsp:txXfrm>
    </dsp:sp>
    <dsp:sp modelId="{6F0B9D7D-EC62-456E-A9C1-EBCC5264E256}">
      <dsp:nvSpPr>
        <dsp:cNvPr id="0" name=""/>
        <dsp:cNvSpPr/>
      </dsp:nvSpPr>
      <dsp:spPr>
        <a:xfrm>
          <a:off x="0" y="1397544"/>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Fine, A., &amp; Merrill, M. (2010). </a:t>
          </a:r>
          <a:r>
            <a:rPr lang="es-PR" sz="1000" i="1" kern="1200"/>
            <a:t>You already know how to be great: A simple way to remove interference and unlock your greatest potential</a:t>
          </a:r>
          <a:r>
            <a:rPr lang="es-PR" sz="1000" kern="1200"/>
            <a:t>. Portfolio Hardcover.</a:t>
          </a:r>
          <a:endParaRPr lang="en-US" sz="1000" kern="1200"/>
        </a:p>
      </dsp:txBody>
      <dsp:txXfrm>
        <a:off x="18848" y="1416392"/>
        <a:ext cx="7514039" cy="348404"/>
      </dsp:txXfrm>
    </dsp:sp>
    <dsp:sp modelId="{08753704-4A76-4ECA-B13C-7CF83B402F9F}">
      <dsp:nvSpPr>
        <dsp:cNvPr id="0" name=""/>
        <dsp:cNvSpPr/>
      </dsp:nvSpPr>
      <dsp:spPr>
        <a:xfrm>
          <a:off x="0" y="1812445"/>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Grant, A. M. (2011). The solution-focused coaching model: Enhancing goal attainment, well-being, and hope. </a:t>
          </a:r>
          <a:r>
            <a:rPr lang="es-PR" sz="1000" i="1" kern="1200"/>
            <a:t>The Coaching Psychologist, 7</a:t>
          </a:r>
          <a:r>
            <a:rPr lang="es-PR" sz="1000" kern="1200"/>
            <a:t>(2), 98–106.</a:t>
          </a:r>
          <a:endParaRPr lang="en-US" sz="1000" kern="1200"/>
        </a:p>
      </dsp:txBody>
      <dsp:txXfrm>
        <a:off x="18848" y="1831293"/>
        <a:ext cx="7514039" cy="348404"/>
      </dsp:txXfrm>
    </dsp:sp>
    <dsp:sp modelId="{B42014C0-11E0-4434-BE99-9F75C7187A26}">
      <dsp:nvSpPr>
        <dsp:cNvPr id="0" name=""/>
        <dsp:cNvSpPr/>
      </dsp:nvSpPr>
      <dsp:spPr>
        <a:xfrm>
          <a:off x="0" y="2227344"/>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Grant, A. M. (2017). Coaching as evidence-based practice: The view through a multiple lens. In T. Bachkirova, G. Spence, &amp; D. Drake (Eds.), </a:t>
          </a:r>
          <a:r>
            <a:rPr lang="es-PR" sz="1000" i="1" kern="1200"/>
            <a:t>The SAGE handbook of coaching</a:t>
          </a:r>
          <a:r>
            <a:rPr lang="es-PR" sz="1000" kern="1200"/>
            <a:t> (pp. 62–84). SAGE Publications. https://doi.org/10.4135/9781529637112</a:t>
          </a:r>
          <a:endParaRPr lang="en-US" sz="1000" kern="1200"/>
        </a:p>
      </dsp:txBody>
      <dsp:txXfrm>
        <a:off x="18848" y="2246192"/>
        <a:ext cx="7514039" cy="348404"/>
      </dsp:txXfrm>
    </dsp:sp>
    <dsp:sp modelId="{5FACA3B2-8D69-448E-AB41-539CBE3B3675}">
      <dsp:nvSpPr>
        <dsp:cNvPr id="0" name=""/>
        <dsp:cNvSpPr/>
      </dsp:nvSpPr>
      <dsp:spPr>
        <a:xfrm>
          <a:off x="0" y="2642245"/>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Whitmore, J. (2009). </a:t>
          </a:r>
          <a:r>
            <a:rPr lang="es-PR" sz="1000" i="1" kern="1200"/>
            <a:t>Coaching for performance: Growing human potential and purpose – The principles and practice of coaching and leadership</a:t>
          </a:r>
          <a:r>
            <a:rPr lang="es-PR" sz="1000" kern="1200"/>
            <a:t> (4th ed.). Nicholas Brealey Publishing.</a:t>
          </a:r>
          <a:endParaRPr lang="en-US" sz="1000" kern="1200"/>
        </a:p>
      </dsp:txBody>
      <dsp:txXfrm>
        <a:off x="18848" y="2661093"/>
        <a:ext cx="7514039" cy="348404"/>
      </dsp:txXfrm>
    </dsp:sp>
    <dsp:sp modelId="{EA51E13A-909D-431A-A0B3-7835E3DA42DA}">
      <dsp:nvSpPr>
        <dsp:cNvPr id="0" name=""/>
        <dsp:cNvSpPr/>
      </dsp:nvSpPr>
      <dsp:spPr>
        <a:xfrm>
          <a:off x="0" y="3057144"/>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Departamento de Educación de Puerto Rico. (2022). </a:t>
          </a:r>
          <a:r>
            <a:rPr lang="es-PR" sz="1000" i="1" kern="1200"/>
            <a:t>Estándares de contenido y expectativas de grado</a:t>
          </a:r>
          <a:r>
            <a:rPr lang="es-PR" sz="1000" kern="1200"/>
            <a:t>. Secretaría Auxiliar de Asuntos Académicos y Programáticos.</a:t>
          </a:r>
          <a:endParaRPr lang="en-US" sz="1000" kern="1200"/>
        </a:p>
      </dsp:txBody>
      <dsp:txXfrm>
        <a:off x="18848" y="3075992"/>
        <a:ext cx="7514039" cy="348404"/>
      </dsp:txXfrm>
    </dsp:sp>
    <dsp:sp modelId="{C2F818D8-7D7F-4BC9-9E86-2456EC02F46A}">
      <dsp:nvSpPr>
        <dsp:cNvPr id="0" name=""/>
        <dsp:cNvSpPr/>
      </dsp:nvSpPr>
      <dsp:spPr>
        <a:xfrm>
          <a:off x="0" y="3472044"/>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Departamento de Educación de Puerto Rico. (2025). </a:t>
          </a:r>
          <a:r>
            <a:rPr lang="es-PR" sz="1000" i="1" kern="1200"/>
            <a:t>Plan de Datos 2025-2026: Cultura del uso de datos en las escuelas</a:t>
          </a:r>
          <a:r>
            <a:rPr lang="es-PR" sz="1000" kern="1200"/>
            <a:t>. Secretaría de Planificación y Rendimiento.</a:t>
          </a:r>
          <a:endParaRPr lang="en-US" sz="1000" kern="1200"/>
        </a:p>
      </dsp:txBody>
      <dsp:txXfrm>
        <a:off x="18848" y="3490892"/>
        <a:ext cx="7514039" cy="348404"/>
      </dsp:txXfrm>
    </dsp:sp>
    <dsp:sp modelId="{19CF5286-AF3C-4EF1-8086-2E3D4D30413A}">
      <dsp:nvSpPr>
        <dsp:cNvPr id="0" name=""/>
        <dsp:cNvSpPr/>
      </dsp:nvSpPr>
      <dsp:spPr>
        <a:xfrm>
          <a:off x="0" y="3886944"/>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Feliciano Cintrón, L. A. (2025). </a:t>
          </a:r>
          <a:r>
            <a:rPr lang="es-PR" sz="1000" i="1" kern="1200"/>
            <a:t>Análisis de datos y modelo GROW: Crecimiento educativo</a:t>
          </a:r>
          <a:r>
            <a:rPr lang="es-PR" sz="1000" kern="1200"/>
            <a:t>. Superintendencia Auxiliar de Planificación y Rendimiento, DEPR.</a:t>
          </a:r>
          <a:endParaRPr lang="en-US" sz="1000" kern="1200"/>
        </a:p>
      </dsp:txBody>
      <dsp:txXfrm>
        <a:off x="18848" y="3905792"/>
        <a:ext cx="7514039" cy="348404"/>
      </dsp:txXfrm>
    </dsp:sp>
    <dsp:sp modelId="{BEFB33AF-557E-4AC1-A42B-1800115DE8D8}">
      <dsp:nvSpPr>
        <dsp:cNvPr id="0" name=""/>
        <dsp:cNvSpPr/>
      </dsp:nvSpPr>
      <dsp:spPr>
        <a:xfrm>
          <a:off x="0" y="4301845"/>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a:t>Stober, D. R., &amp; Grant, A. M. (2006). </a:t>
          </a:r>
          <a:r>
            <a:rPr lang="es-PR" sz="1000" i="1" kern="1200"/>
            <a:t>Evidence based coaching handbook: Putting best practices to work for your clients</a:t>
          </a:r>
          <a:r>
            <a:rPr lang="es-PR" sz="1000" kern="1200"/>
            <a:t>. John Wiley &amp; Sons.</a:t>
          </a:r>
          <a:endParaRPr lang="en-US" sz="1000" kern="1200"/>
        </a:p>
      </dsp:txBody>
      <dsp:txXfrm>
        <a:off x="18848" y="4320693"/>
        <a:ext cx="7514039" cy="348404"/>
      </dsp:txXfrm>
    </dsp:sp>
    <dsp:sp modelId="{C03C75FB-908A-4D2B-99F5-1E6A0E6C6F34}">
      <dsp:nvSpPr>
        <dsp:cNvPr id="0" name=""/>
        <dsp:cNvSpPr/>
      </dsp:nvSpPr>
      <dsp:spPr>
        <a:xfrm>
          <a:off x="0" y="4716745"/>
          <a:ext cx="7551735" cy="386100"/>
        </a:xfrm>
        <a:prstGeom prst="round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s-PR" sz="1000" kern="1200" dirty="0"/>
            <a:t>Zepeda, S. J. (2019). </a:t>
          </a:r>
          <a:r>
            <a:rPr lang="es-PR" sz="1000" i="1" kern="1200" dirty="0" err="1"/>
            <a:t>Instructional</a:t>
          </a:r>
          <a:r>
            <a:rPr lang="es-PR" sz="1000" i="1" kern="1200" dirty="0"/>
            <a:t> </a:t>
          </a:r>
          <a:r>
            <a:rPr lang="es-PR" sz="1000" i="1" kern="1200" dirty="0" err="1"/>
            <a:t>supervision</a:t>
          </a:r>
          <a:r>
            <a:rPr lang="es-PR" sz="1000" i="1" kern="1200" dirty="0"/>
            <a:t>: </a:t>
          </a:r>
          <a:r>
            <a:rPr lang="es-PR" sz="1000" i="1" kern="1200" dirty="0" err="1"/>
            <a:t>Applying</a:t>
          </a:r>
          <a:r>
            <a:rPr lang="es-PR" sz="1000" i="1" kern="1200" dirty="0"/>
            <a:t> </a:t>
          </a:r>
          <a:r>
            <a:rPr lang="es-PR" sz="1000" i="1" kern="1200" dirty="0" err="1"/>
            <a:t>tools</a:t>
          </a:r>
          <a:r>
            <a:rPr lang="es-PR" sz="1000" i="1" kern="1200" dirty="0"/>
            <a:t> and </a:t>
          </a:r>
          <a:r>
            <a:rPr lang="es-PR" sz="1000" i="1" kern="1200" dirty="0" err="1"/>
            <a:t>concepts</a:t>
          </a:r>
          <a:r>
            <a:rPr lang="es-PR" sz="1000" kern="1200" dirty="0"/>
            <a:t> (4th ed.). Routledge. https://doi.org/10.4324/9780429398886</a:t>
          </a:r>
          <a:endParaRPr lang="en-US" sz="1000" kern="1200" dirty="0"/>
        </a:p>
      </dsp:txBody>
      <dsp:txXfrm>
        <a:off x="18848" y="4735593"/>
        <a:ext cx="7514039" cy="34840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737819-B1AE-2B52-119F-1F74DA1D742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dirty="0">
                <a:latin typeface="+mn-lt"/>
              </a:defRPr>
            </a:lvl1pPr>
          </a:lstStyle>
          <a:p>
            <a:pPr>
              <a:defRPr/>
            </a:pPr>
            <a:endParaRPr lang="en-US"/>
          </a:p>
        </p:txBody>
      </p:sp>
      <p:sp>
        <p:nvSpPr>
          <p:cNvPr id="3" name="Date Placeholder 2">
            <a:extLst>
              <a:ext uri="{FF2B5EF4-FFF2-40B4-BE49-F238E27FC236}">
                <a16:creationId xmlns:a16="http://schemas.microsoft.com/office/drawing/2014/main" id="{6FD54825-62DE-EE90-A940-854F95404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AA0D88A9-3300-4F00-8696-1F0814FB96E9}" type="datetimeFigureOut">
              <a:rPr lang="en-US"/>
              <a:pPr>
                <a:defRPr/>
              </a:pPr>
              <a:t>9/18/2025</a:t>
            </a:fld>
            <a:endParaRPr lang="en-US" dirty="0"/>
          </a:p>
        </p:txBody>
      </p:sp>
      <p:sp>
        <p:nvSpPr>
          <p:cNvPr id="4" name="Footer Placeholder 3">
            <a:extLst>
              <a:ext uri="{FF2B5EF4-FFF2-40B4-BE49-F238E27FC236}">
                <a16:creationId xmlns:a16="http://schemas.microsoft.com/office/drawing/2014/main" id="{7FE2100C-CA02-D3F0-5ADE-4CF97A2EB4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dirty="0">
                <a:latin typeface="+mn-lt"/>
              </a:defRPr>
            </a:lvl1pPr>
          </a:lstStyle>
          <a:p>
            <a:pPr>
              <a:defRPr/>
            </a:pPr>
            <a:endParaRPr lang="en-US"/>
          </a:p>
        </p:txBody>
      </p:sp>
      <p:sp>
        <p:nvSpPr>
          <p:cNvPr id="5" name="Slide Number Placeholder 4">
            <a:extLst>
              <a:ext uri="{FF2B5EF4-FFF2-40B4-BE49-F238E27FC236}">
                <a16:creationId xmlns:a16="http://schemas.microsoft.com/office/drawing/2014/main" id="{E9E2C26C-F338-E713-0FE9-D61A1BC2C4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93254261-2D24-4184-92DB-591ACFD6686E}"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C5F969-DC41-9F9E-D8B6-22BAA2BC1D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dirty="0">
                <a:latin typeface="+mn-lt"/>
              </a:defRPr>
            </a:lvl1pPr>
          </a:lstStyle>
          <a:p>
            <a:pPr>
              <a:defRPr/>
            </a:pPr>
            <a:endParaRPr lang="en-US"/>
          </a:p>
        </p:txBody>
      </p:sp>
      <p:sp>
        <p:nvSpPr>
          <p:cNvPr id="3" name="Date Placeholder 2">
            <a:extLst>
              <a:ext uri="{FF2B5EF4-FFF2-40B4-BE49-F238E27FC236}">
                <a16:creationId xmlns:a16="http://schemas.microsoft.com/office/drawing/2014/main" id="{7213E921-9DBF-FDD3-9D72-1A761735D95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0A8B30F8-0E92-49C4-B46F-CEF223F81B18}" type="datetimeFigureOut">
              <a:rPr lang="en-US"/>
              <a:pPr>
                <a:defRPr/>
              </a:pPr>
              <a:t>9/18/2025</a:t>
            </a:fld>
            <a:endParaRPr lang="en-US" dirty="0"/>
          </a:p>
        </p:txBody>
      </p:sp>
      <p:sp>
        <p:nvSpPr>
          <p:cNvPr id="4" name="Slide Image Placeholder 3">
            <a:extLst>
              <a:ext uri="{FF2B5EF4-FFF2-40B4-BE49-F238E27FC236}">
                <a16:creationId xmlns:a16="http://schemas.microsoft.com/office/drawing/2014/main" id="{892461A5-1D59-DCE6-37FA-D8531CFB8240}"/>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52C648D0-1D04-B84F-AC13-BE2F828BCD8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BEB190C-EFB7-62BB-C5F0-7277A8305E7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dirty="0">
                <a:latin typeface="+mn-lt"/>
              </a:defRPr>
            </a:lvl1pPr>
          </a:lstStyle>
          <a:p>
            <a:pPr>
              <a:defRPr/>
            </a:pPr>
            <a:endParaRPr lang="en-US"/>
          </a:p>
        </p:txBody>
      </p:sp>
      <p:sp>
        <p:nvSpPr>
          <p:cNvPr id="7" name="Slide Number Placeholder 6">
            <a:extLst>
              <a:ext uri="{FF2B5EF4-FFF2-40B4-BE49-F238E27FC236}">
                <a16:creationId xmlns:a16="http://schemas.microsoft.com/office/drawing/2014/main" id="{7095EA13-B03D-0623-21F3-CCAA8F636D5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8DD96BD9-79D2-4AED-9656-F919772D21C0}"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7EB654-3566-8BF4-F747-9872EB3A839D}"/>
              </a:ext>
            </a:extLst>
          </p:cNvPr>
          <p:cNvSpPr/>
          <p:nvPr userDrawn="1"/>
        </p:nvSpPr>
        <p:spPr>
          <a:xfrm>
            <a:off x="3289300" y="4668838"/>
            <a:ext cx="8902700" cy="14271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sz="100" dirty="0"/>
          </a:p>
        </p:txBody>
      </p:sp>
      <p:sp>
        <p:nvSpPr>
          <p:cNvPr id="5" name="Rectangle 4">
            <a:extLst>
              <a:ext uri="{FF2B5EF4-FFF2-40B4-BE49-F238E27FC236}">
                <a16:creationId xmlns:a16="http://schemas.microsoft.com/office/drawing/2014/main" id="{E7E59446-7DD8-C563-4BB9-14F73B0CDEE0}"/>
              </a:ext>
            </a:extLst>
          </p:cNvPr>
          <p:cNvSpPr/>
          <p:nvPr userDrawn="1"/>
        </p:nvSpPr>
        <p:spPr>
          <a:xfrm>
            <a:off x="3289300" y="762000"/>
            <a:ext cx="8902700" cy="38322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9795AB6D-EAB7-B2F1-764F-1EE585AAAB26}"/>
              </a:ext>
            </a:extLst>
          </p:cNvPr>
          <p:cNvSpPr/>
          <p:nvPr userDrawn="1"/>
        </p:nvSpPr>
        <p:spPr>
          <a:xfrm>
            <a:off x="0" y="762000"/>
            <a:ext cx="3200400" cy="5334000"/>
          </a:xfrm>
          <a:prstGeom prst="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722622" y="1298448"/>
            <a:ext cx="7187529" cy="2922551"/>
          </a:xfrm>
        </p:spPr>
        <p:txBody>
          <a:bodyPr anchor="b"/>
          <a:lstStyle>
            <a:lvl1pPr algn="l">
              <a:defRPr sz="5900" spc="-100" baseline="0">
                <a:solidFill>
                  <a:schemeClr val="tx1"/>
                </a:solidFill>
              </a:defRPr>
            </a:lvl1pPr>
          </a:lstStyle>
          <a:p>
            <a:r>
              <a:rPr lang="en-US" noProof="0"/>
              <a:t>Click to edit Master title style</a:t>
            </a:r>
          </a:p>
        </p:txBody>
      </p:sp>
      <p:sp>
        <p:nvSpPr>
          <p:cNvPr id="3" name="Subtitle 2"/>
          <p:cNvSpPr>
            <a:spLocks noGrp="1"/>
          </p:cNvSpPr>
          <p:nvPr>
            <p:ph type="subTitle" idx="1"/>
          </p:nvPr>
        </p:nvSpPr>
        <p:spPr>
          <a:xfrm>
            <a:off x="3722622" y="4876090"/>
            <a:ext cx="7187529" cy="914400"/>
          </a:xfrm>
        </p:spPr>
        <p:txBody>
          <a:bodyPr>
            <a:normAutofit/>
          </a:bodyPr>
          <a:lstStyle>
            <a:lvl1pPr marL="0" indent="0" algn="l">
              <a:buNone/>
              <a:defRPr sz="2200" cap="none" spc="0" baseline="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7" name="Date Placeholder 3">
            <a:extLst>
              <a:ext uri="{FF2B5EF4-FFF2-40B4-BE49-F238E27FC236}">
                <a16:creationId xmlns:a16="http://schemas.microsoft.com/office/drawing/2014/main" id="{43605732-CDE3-87C2-BA03-73752A1BF982}"/>
              </a:ext>
            </a:extLst>
          </p:cNvPr>
          <p:cNvSpPr>
            <a:spLocks noGrp="1"/>
          </p:cNvSpPr>
          <p:nvPr>
            <p:ph type="dt" sz="half" idx="10"/>
          </p:nvPr>
        </p:nvSpPr>
        <p:spPr/>
        <p:txBody>
          <a:bodyPr/>
          <a:lstStyle>
            <a:lvl1pPr>
              <a:defRPr/>
            </a:lvl1pPr>
          </a:lstStyle>
          <a:p>
            <a:pPr>
              <a:defRPr/>
            </a:pPr>
            <a:r>
              <a:rPr lang="en-US"/>
              <a:t>7/14/2018</a:t>
            </a:r>
          </a:p>
        </p:txBody>
      </p:sp>
      <p:sp>
        <p:nvSpPr>
          <p:cNvPr id="8" name="Footer Placeholder 4">
            <a:extLst>
              <a:ext uri="{FF2B5EF4-FFF2-40B4-BE49-F238E27FC236}">
                <a16:creationId xmlns:a16="http://schemas.microsoft.com/office/drawing/2014/main" id="{652591B0-8F4A-AA64-8380-EA9CF66AEFB7}"/>
              </a:ext>
            </a:extLst>
          </p:cNvPr>
          <p:cNvSpPr>
            <a:spLocks noGrp="1"/>
          </p:cNvSpPr>
          <p:nvPr>
            <p:ph type="ftr" sz="quarter" idx="11"/>
          </p:nvPr>
        </p:nvSpPr>
        <p:spPr/>
        <p:txBody>
          <a:bodyPr/>
          <a:lstStyle>
            <a:lvl1pPr>
              <a:defRPr/>
            </a:lvl1pPr>
          </a:lstStyle>
          <a:p>
            <a:pPr>
              <a:defRPr/>
            </a:pPr>
            <a:endParaRPr lang="en-US"/>
          </a:p>
          <a:p>
            <a:pPr>
              <a:defRPr/>
            </a:pPr>
            <a:r>
              <a:rPr lang="en-US"/>
              <a:t> Add a footer 	</a:t>
            </a:r>
          </a:p>
          <a:p>
            <a:pPr>
              <a:defRPr/>
            </a:pPr>
            <a:endParaRPr lang="en-US"/>
          </a:p>
        </p:txBody>
      </p:sp>
      <p:sp>
        <p:nvSpPr>
          <p:cNvPr id="9" name="Slide Number Placeholder 5">
            <a:extLst>
              <a:ext uri="{FF2B5EF4-FFF2-40B4-BE49-F238E27FC236}">
                <a16:creationId xmlns:a16="http://schemas.microsoft.com/office/drawing/2014/main" id="{51293F29-A3F1-7249-0C51-952737E18208}"/>
              </a:ext>
            </a:extLst>
          </p:cNvPr>
          <p:cNvSpPr>
            <a:spLocks noGrp="1"/>
          </p:cNvSpPr>
          <p:nvPr>
            <p:ph type="sldNum" sz="quarter" idx="12"/>
          </p:nvPr>
        </p:nvSpPr>
        <p:spPr/>
        <p:txBody>
          <a:bodyPr/>
          <a:lstStyle>
            <a:lvl1pPr>
              <a:defRPr/>
            </a:lvl1pPr>
          </a:lstStyle>
          <a:p>
            <a:pPr>
              <a:defRPr/>
            </a:pPr>
            <a:fld id="{F2A0818F-6E48-45C4-B364-59363C096EEB}" type="slidenum">
              <a:rPr lang="en-US"/>
              <a:pPr>
                <a:defRPr/>
              </a:pPr>
              <a:t>‹#›</a:t>
            </a:fld>
            <a:endParaRPr lang="en-US" dirty="0"/>
          </a:p>
        </p:txBody>
      </p:sp>
    </p:spTree>
    <p:extLst>
      <p:ext uri="{BB962C8B-B14F-4D97-AF65-F5344CB8AC3E}">
        <p14:creationId xmlns:p14="http://schemas.microsoft.com/office/powerpoint/2010/main" val="199249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3353BD-EB88-74D2-027E-0FDD31B029B9}"/>
              </a:ext>
            </a:extLst>
          </p:cNvPr>
          <p:cNvSpPr/>
          <p:nvPr/>
        </p:nvSpPr>
        <p:spPr>
          <a:xfrm>
            <a:off x="0" y="762000"/>
            <a:ext cx="9142413" cy="5334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8D70A5EE-1DB5-AD75-47EC-8A83BC6FFC0F}"/>
              </a:ext>
            </a:extLst>
          </p:cNvPr>
          <p:cNvSpPr/>
          <p:nvPr/>
        </p:nvSpPr>
        <p:spPr>
          <a:xfrm>
            <a:off x="9271000" y="762000"/>
            <a:ext cx="2924175" cy="5334000"/>
          </a:xfrm>
          <a:prstGeom prst="rect">
            <a:avLst/>
          </a:prstGeom>
          <a:solidFill>
            <a:schemeClr val="tx1">
              <a:lumMod val="65000"/>
              <a:alpha val="49804"/>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lstStyle>
            <a:lvl1pPr algn="l">
              <a:defRPr sz="5900" spc="-100" baseline="0">
                <a:solidFill>
                  <a:schemeClr val="tx1"/>
                </a:solidFill>
              </a:defRPr>
            </a:lvl1pPr>
          </a:lstStyle>
          <a:p>
            <a:r>
              <a:rPr lang="en-US" noProof="0"/>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6" name="Date Placeholder 3">
            <a:extLst>
              <a:ext uri="{FF2B5EF4-FFF2-40B4-BE49-F238E27FC236}">
                <a16:creationId xmlns:a16="http://schemas.microsoft.com/office/drawing/2014/main" id="{E091D203-42D8-3A43-4B5F-7A8B288C10DF}"/>
              </a:ext>
            </a:extLst>
          </p:cNvPr>
          <p:cNvSpPr>
            <a:spLocks noGrp="1"/>
          </p:cNvSpPr>
          <p:nvPr>
            <p:ph type="dt" sz="half" idx="10"/>
          </p:nvPr>
        </p:nvSpPr>
        <p:spPr/>
        <p:txBody>
          <a:bodyPr/>
          <a:lstStyle>
            <a:lvl1pPr>
              <a:defRPr/>
            </a:lvl1pPr>
          </a:lstStyle>
          <a:p>
            <a:pPr>
              <a:defRPr/>
            </a:pPr>
            <a:r>
              <a:rPr lang="en-US"/>
              <a:t>7/14/2018</a:t>
            </a:r>
          </a:p>
        </p:txBody>
      </p:sp>
      <p:sp>
        <p:nvSpPr>
          <p:cNvPr id="7" name="Footer Placeholder 4">
            <a:extLst>
              <a:ext uri="{FF2B5EF4-FFF2-40B4-BE49-F238E27FC236}">
                <a16:creationId xmlns:a16="http://schemas.microsoft.com/office/drawing/2014/main" id="{B91E6CFC-FC05-649E-4480-279400D1CCAA}"/>
              </a:ext>
            </a:extLst>
          </p:cNvPr>
          <p:cNvSpPr>
            <a:spLocks noGrp="1"/>
          </p:cNvSpPr>
          <p:nvPr>
            <p:ph type="ftr" sz="quarter" idx="11"/>
          </p:nvPr>
        </p:nvSpPr>
        <p:spPr/>
        <p:txBody>
          <a:bodyPr/>
          <a:lstStyle>
            <a:lvl1pPr>
              <a:defRPr/>
            </a:lvl1pPr>
          </a:lstStyle>
          <a:p>
            <a:pPr>
              <a:defRPr/>
            </a:pPr>
            <a:endParaRPr lang="en-US"/>
          </a:p>
          <a:p>
            <a:pPr>
              <a:defRPr/>
            </a:pPr>
            <a:r>
              <a:rPr lang="en-US"/>
              <a:t> Add a footer 	</a:t>
            </a:r>
          </a:p>
          <a:p>
            <a:pPr>
              <a:defRPr/>
            </a:pPr>
            <a:endParaRPr lang="en-US"/>
          </a:p>
        </p:txBody>
      </p:sp>
      <p:sp>
        <p:nvSpPr>
          <p:cNvPr id="8" name="Slide Number Placeholder 5">
            <a:extLst>
              <a:ext uri="{FF2B5EF4-FFF2-40B4-BE49-F238E27FC236}">
                <a16:creationId xmlns:a16="http://schemas.microsoft.com/office/drawing/2014/main" id="{3D3F80FB-366E-802F-C7DE-855C5ACC008B}"/>
              </a:ext>
            </a:extLst>
          </p:cNvPr>
          <p:cNvSpPr>
            <a:spLocks noGrp="1"/>
          </p:cNvSpPr>
          <p:nvPr>
            <p:ph type="sldNum" sz="quarter" idx="12"/>
          </p:nvPr>
        </p:nvSpPr>
        <p:spPr/>
        <p:txBody>
          <a:bodyPr/>
          <a:lstStyle>
            <a:lvl1pPr>
              <a:defRPr/>
            </a:lvl1pPr>
          </a:lstStyle>
          <a:p>
            <a:pPr>
              <a:defRPr/>
            </a:pPr>
            <a:fld id="{24E0A761-2874-45B1-870C-FBE9E2F1FF7F}" type="slidenum">
              <a:rPr lang="en-US"/>
              <a:pPr>
                <a:defRPr/>
              </a:pPr>
              <a:t>‹#›</a:t>
            </a:fld>
            <a:endParaRPr lang="en-US" dirty="0"/>
          </a:p>
        </p:txBody>
      </p:sp>
    </p:spTree>
    <p:extLst>
      <p:ext uri="{BB962C8B-B14F-4D97-AF65-F5344CB8AC3E}">
        <p14:creationId xmlns:p14="http://schemas.microsoft.com/office/powerpoint/2010/main" val="196347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48FE38-329F-DD48-B3EA-0D52897CCC5A}"/>
              </a:ext>
            </a:extLst>
          </p:cNvPr>
          <p:cNvSpPr/>
          <p:nvPr userDrawn="1"/>
        </p:nvSpPr>
        <p:spPr>
          <a:xfrm>
            <a:off x="3705225" y="763588"/>
            <a:ext cx="7856538" cy="5335587"/>
          </a:xfrm>
          <a:prstGeom prst="rect">
            <a:avLst/>
          </a:prstGeom>
          <a:solidFill>
            <a:schemeClr val="tx1">
              <a:alpha val="8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0BCFA63E-D07A-4672-246D-113F7C39E8B2}"/>
              </a:ext>
            </a:extLst>
          </p:cNvPr>
          <p:cNvSpPr/>
          <p:nvPr userDrawn="1"/>
        </p:nvSpPr>
        <p:spPr>
          <a:xfrm>
            <a:off x="11815763" y="744538"/>
            <a:ext cx="384175" cy="5345112"/>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sz="100" dirty="0"/>
          </a:p>
        </p:txBody>
      </p:sp>
      <p:sp>
        <p:nvSpPr>
          <p:cNvPr id="6" name="Rectangle 5">
            <a:extLst>
              <a:ext uri="{FF2B5EF4-FFF2-40B4-BE49-F238E27FC236}">
                <a16:creationId xmlns:a16="http://schemas.microsoft.com/office/drawing/2014/main" id="{778CB17A-B05E-AF70-1839-A6E1F1165EB2}"/>
              </a:ext>
            </a:extLst>
          </p:cNvPr>
          <p:cNvSpPr/>
          <p:nvPr userDrawn="1"/>
        </p:nvSpPr>
        <p:spPr>
          <a:xfrm>
            <a:off x="0" y="744538"/>
            <a:ext cx="3430588" cy="5330825"/>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252919" y="2043953"/>
            <a:ext cx="2947482" cy="3681067"/>
          </a:xfrm>
        </p:spPr>
        <p:txBody>
          <a:bodyPr/>
          <a:lstStyle>
            <a:lvl1pPr>
              <a:defRPr>
                <a:solidFill>
                  <a:schemeClr val="tx1"/>
                </a:solidFill>
              </a:defRPr>
            </a:lvl1pPr>
          </a:lstStyle>
          <a:p>
            <a:r>
              <a:rPr lang="en-US" noProof="0"/>
              <a:t>Click to edit Master title style</a:t>
            </a:r>
          </a:p>
        </p:txBody>
      </p:sp>
      <p:sp>
        <p:nvSpPr>
          <p:cNvPr id="3" name="Content Placeholder 2"/>
          <p:cNvSpPr>
            <a:spLocks noGrp="1"/>
          </p:cNvSpPr>
          <p:nvPr>
            <p:ph idx="1"/>
          </p:nvPr>
        </p:nvSpPr>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4">
            <a:extLst>
              <a:ext uri="{FF2B5EF4-FFF2-40B4-BE49-F238E27FC236}">
                <a16:creationId xmlns:a16="http://schemas.microsoft.com/office/drawing/2014/main" id="{8893218E-2195-6E36-0A06-062EB5767A75}"/>
              </a:ext>
            </a:extLst>
          </p:cNvPr>
          <p:cNvSpPr>
            <a:spLocks noGrp="1"/>
          </p:cNvSpPr>
          <p:nvPr>
            <p:ph type="ftr" sz="quarter" idx="10"/>
          </p:nvPr>
        </p:nvSpPr>
        <p:spPr/>
        <p:txBody>
          <a:bodyPr/>
          <a:lstStyle>
            <a:lvl1pPr>
              <a:defRPr dirty="0">
                <a:solidFill>
                  <a:schemeClr val="bg2"/>
                </a:solidFill>
              </a:defRPr>
            </a:lvl1pPr>
          </a:lstStyle>
          <a:p>
            <a:pPr>
              <a:defRPr/>
            </a:pPr>
            <a:endParaRPr lang="en-US"/>
          </a:p>
          <a:p>
            <a:pPr>
              <a:defRPr/>
            </a:pPr>
            <a:r>
              <a:rPr lang="en-US"/>
              <a:t> Add a footer 	</a:t>
            </a:r>
          </a:p>
          <a:p>
            <a:pPr>
              <a:defRPr/>
            </a:pPr>
            <a:endParaRPr lang="en-US"/>
          </a:p>
        </p:txBody>
      </p:sp>
      <p:sp>
        <p:nvSpPr>
          <p:cNvPr id="8" name="Slide Number Placeholder 5">
            <a:extLst>
              <a:ext uri="{FF2B5EF4-FFF2-40B4-BE49-F238E27FC236}">
                <a16:creationId xmlns:a16="http://schemas.microsoft.com/office/drawing/2014/main" id="{1A805622-90E5-22C3-B948-067E53257DD5}"/>
              </a:ext>
            </a:extLst>
          </p:cNvPr>
          <p:cNvSpPr>
            <a:spLocks noGrp="1"/>
          </p:cNvSpPr>
          <p:nvPr>
            <p:ph type="sldNum" sz="quarter" idx="11"/>
          </p:nvPr>
        </p:nvSpPr>
        <p:spPr/>
        <p:txBody>
          <a:bodyPr/>
          <a:lstStyle>
            <a:lvl1pPr>
              <a:defRPr smtClean="0">
                <a:solidFill>
                  <a:schemeClr val="bg2"/>
                </a:solidFill>
              </a:defRPr>
            </a:lvl1pPr>
          </a:lstStyle>
          <a:p>
            <a:pPr>
              <a:defRPr/>
            </a:pPr>
            <a:fld id="{B205DC55-13AD-4FDA-945B-1D2812FB52A2}" type="slidenum">
              <a:rPr lang="en-US"/>
              <a:pPr>
                <a:defRPr/>
              </a:pPr>
              <a:t>‹#›</a:t>
            </a:fld>
            <a:endParaRPr lang="en-US" dirty="0"/>
          </a:p>
        </p:txBody>
      </p:sp>
      <p:sp>
        <p:nvSpPr>
          <p:cNvPr id="9" name="Date Placeholder 3">
            <a:extLst>
              <a:ext uri="{FF2B5EF4-FFF2-40B4-BE49-F238E27FC236}">
                <a16:creationId xmlns:a16="http://schemas.microsoft.com/office/drawing/2014/main" id="{A1F9B030-8DB7-98AF-C2D4-43F029680086}"/>
              </a:ext>
            </a:extLst>
          </p:cNvPr>
          <p:cNvSpPr>
            <a:spLocks noGrp="1"/>
          </p:cNvSpPr>
          <p:nvPr>
            <p:ph type="dt" sz="half" idx="12"/>
          </p:nvPr>
        </p:nvSpPr>
        <p:spPr/>
        <p:txBody>
          <a:bodyPr/>
          <a:lstStyle>
            <a:lvl1pPr>
              <a:defRPr dirty="0">
                <a:solidFill>
                  <a:schemeClr val="bg2"/>
                </a:solidFill>
              </a:defRPr>
            </a:lvl1pPr>
          </a:lstStyle>
          <a:p>
            <a:pPr>
              <a:defRPr/>
            </a:pPr>
            <a:r>
              <a:rPr lang="en-US"/>
              <a:t>7/14/2018</a:t>
            </a:r>
          </a:p>
        </p:txBody>
      </p:sp>
    </p:spTree>
    <p:extLst>
      <p:ext uri="{BB962C8B-B14F-4D97-AF65-F5344CB8AC3E}">
        <p14:creationId xmlns:p14="http://schemas.microsoft.com/office/powerpoint/2010/main" val="2684685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To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0348F3-4A22-F94C-3C7A-6194E5205493}"/>
              </a:ext>
            </a:extLst>
          </p:cNvPr>
          <p:cNvSpPr/>
          <p:nvPr userDrawn="1"/>
        </p:nvSpPr>
        <p:spPr>
          <a:xfrm>
            <a:off x="0" y="2527300"/>
            <a:ext cx="1169988" cy="356235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Rectangle 2">
            <a:extLst>
              <a:ext uri="{FF2B5EF4-FFF2-40B4-BE49-F238E27FC236}">
                <a16:creationId xmlns:a16="http://schemas.microsoft.com/office/drawing/2014/main" id="{6307A02E-C404-CA13-E497-7AFCA486A878}"/>
              </a:ext>
            </a:extLst>
          </p:cNvPr>
          <p:cNvSpPr/>
          <p:nvPr userDrawn="1"/>
        </p:nvSpPr>
        <p:spPr>
          <a:xfrm>
            <a:off x="0" y="758825"/>
            <a:ext cx="10906125" cy="1658938"/>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8CEDD1D1-6CF5-E106-1887-C352A0998374}"/>
              </a:ext>
            </a:extLst>
          </p:cNvPr>
          <p:cNvSpPr/>
          <p:nvPr userDrawn="1"/>
        </p:nvSpPr>
        <p:spPr>
          <a:xfrm>
            <a:off x="11014075" y="758825"/>
            <a:ext cx="1171575" cy="1660525"/>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E6AFD251-559A-0621-D271-BA05C2619B10}"/>
              </a:ext>
            </a:extLst>
          </p:cNvPr>
          <p:cNvSpPr/>
          <p:nvPr userDrawn="1"/>
        </p:nvSpPr>
        <p:spPr>
          <a:xfrm>
            <a:off x="1287463" y="2527300"/>
            <a:ext cx="10906125" cy="3562350"/>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3" name="Title 1"/>
          <p:cNvSpPr>
            <a:spLocks noGrp="1"/>
          </p:cNvSpPr>
          <p:nvPr>
            <p:ph type="title"/>
          </p:nvPr>
        </p:nvSpPr>
        <p:spPr>
          <a:xfrm>
            <a:off x="1783974" y="868680"/>
            <a:ext cx="8590084" cy="1434906"/>
          </a:xfrm>
        </p:spPr>
        <p:txBody>
          <a:bodyPr/>
          <a:lstStyle>
            <a:lvl1pPr>
              <a:defRPr>
                <a:solidFill>
                  <a:schemeClr val="tx1"/>
                </a:solidFill>
              </a:defRPr>
            </a:lvl1pPr>
          </a:lstStyle>
          <a:p>
            <a:r>
              <a:rPr lang="en-US" noProof="0"/>
              <a:t>Click to edit Master title style</a:t>
            </a:r>
          </a:p>
        </p:txBody>
      </p:sp>
      <p:sp>
        <p:nvSpPr>
          <p:cNvPr id="16" name="Text Placeholder 2"/>
          <p:cNvSpPr>
            <a:spLocks noGrp="1"/>
          </p:cNvSpPr>
          <p:nvPr>
            <p:ph type="body" idx="1"/>
          </p:nvPr>
        </p:nvSpPr>
        <p:spPr>
          <a:xfrm>
            <a:off x="1783974" y="2684770"/>
            <a:ext cx="9120216" cy="3304549"/>
          </a:xfrm>
        </p:spPr>
        <p:txBody>
          <a:bodyPr>
            <a:normAutofit/>
          </a:bodyPr>
          <a:lstStyle>
            <a:lvl1pPr marL="342900" indent="-342900">
              <a:buFont typeface="Arial" panose="020B0604020202020204" pitchFamily="34" charset="0"/>
              <a:buChar char="•"/>
              <a:defRPr sz="2200" cap="none" spc="0" baseline="0">
                <a:solidFill>
                  <a:schemeClr val="bg2"/>
                </a:solidFill>
              </a:defRPr>
            </a:lvl1pPr>
            <a:lvl2pPr marL="742950" indent="-285750">
              <a:buFont typeface="Arial" panose="020B0604020202020204" pitchFamily="34" charset="0"/>
              <a:buChar char="•"/>
              <a:defRPr sz="1800">
                <a:solidFill>
                  <a:schemeClr val="bg2"/>
                </a:solidFill>
              </a:defRPr>
            </a:lvl2pPr>
            <a:lvl3pPr marL="1200150" indent="-285750">
              <a:buFont typeface="Arial" panose="020B0604020202020204" pitchFamily="34" charset="0"/>
              <a:buChar char="•"/>
              <a:defRPr sz="1600">
                <a:solidFill>
                  <a:schemeClr val="bg2"/>
                </a:solidFill>
              </a:defRPr>
            </a:lvl3pPr>
            <a:lvl4pPr marL="1657350" indent="-285750">
              <a:buFont typeface="Arial" panose="020B0604020202020204" pitchFamily="34" charset="0"/>
              <a:buChar char="•"/>
              <a:defRPr sz="1400">
                <a:solidFill>
                  <a:schemeClr val="bg2"/>
                </a:solidFill>
              </a:defRPr>
            </a:lvl4pPr>
            <a:lvl5pPr marL="2114550" indent="-285750">
              <a:buFont typeface="Arial" panose="020B0604020202020204" pitchFamily="34" charset="0"/>
              <a:buChar char="•"/>
              <a:defRPr sz="1400">
                <a:solidFill>
                  <a:schemeClr val="bg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55FAFD4-9F2E-1AEA-2A25-F230289A17CC}"/>
              </a:ext>
            </a:extLst>
          </p:cNvPr>
          <p:cNvSpPr>
            <a:spLocks noGrp="1"/>
          </p:cNvSpPr>
          <p:nvPr>
            <p:ph type="ftr" sz="quarter" idx="10"/>
          </p:nvPr>
        </p:nvSpPr>
        <p:spPr/>
        <p:txBody>
          <a:bodyPr/>
          <a:lstStyle>
            <a:lvl1pPr>
              <a:defRPr/>
            </a:lvl1pPr>
          </a:lstStyle>
          <a:p>
            <a:pPr>
              <a:defRPr/>
            </a:pPr>
            <a:endParaRPr lang="en-US"/>
          </a:p>
          <a:p>
            <a:pPr>
              <a:defRPr/>
            </a:pPr>
            <a:r>
              <a:rPr lang="en-US"/>
              <a:t> Add a footer 	</a:t>
            </a:r>
          </a:p>
          <a:p>
            <a:pPr>
              <a:defRPr/>
            </a:pPr>
            <a:endParaRPr lang="en-US"/>
          </a:p>
        </p:txBody>
      </p:sp>
      <p:sp>
        <p:nvSpPr>
          <p:cNvPr id="7" name="Slide Number Placeholder 6">
            <a:extLst>
              <a:ext uri="{FF2B5EF4-FFF2-40B4-BE49-F238E27FC236}">
                <a16:creationId xmlns:a16="http://schemas.microsoft.com/office/drawing/2014/main" id="{53F94179-0AD8-1D4F-CE61-AE496A98A66B}"/>
              </a:ext>
            </a:extLst>
          </p:cNvPr>
          <p:cNvSpPr>
            <a:spLocks noGrp="1"/>
          </p:cNvSpPr>
          <p:nvPr>
            <p:ph type="sldNum" sz="quarter" idx="11"/>
          </p:nvPr>
        </p:nvSpPr>
        <p:spPr/>
        <p:txBody>
          <a:bodyPr/>
          <a:lstStyle>
            <a:lvl1pPr>
              <a:defRPr/>
            </a:lvl1pPr>
          </a:lstStyle>
          <a:p>
            <a:pPr>
              <a:defRPr/>
            </a:pPr>
            <a:fld id="{09F7E3D2-F437-4D1D-873B-AE249C7E6286}" type="slidenum">
              <a:rPr lang="en-US"/>
              <a:pPr>
                <a:defRPr/>
              </a:pPr>
              <a:t>‹#›</a:t>
            </a:fld>
            <a:endParaRPr lang="en-US" dirty="0"/>
          </a:p>
        </p:txBody>
      </p:sp>
      <p:sp>
        <p:nvSpPr>
          <p:cNvPr id="8" name="Date Placeholder 3">
            <a:extLst>
              <a:ext uri="{FF2B5EF4-FFF2-40B4-BE49-F238E27FC236}">
                <a16:creationId xmlns:a16="http://schemas.microsoft.com/office/drawing/2014/main" id="{EE72A24F-EE47-4A14-0965-C9137C92851E}"/>
              </a:ext>
            </a:extLst>
          </p:cNvPr>
          <p:cNvSpPr>
            <a:spLocks noGrp="1"/>
          </p:cNvSpPr>
          <p:nvPr>
            <p:ph type="dt" sz="half" idx="12"/>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295686858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Lef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2A17EA-B45B-E62B-F6C5-F2351797FBFB}"/>
              </a:ext>
            </a:extLst>
          </p:cNvPr>
          <p:cNvSpPr/>
          <p:nvPr userDrawn="1"/>
        </p:nvSpPr>
        <p:spPr>
          <a:xfrm>
            <a:off x="8723313" y="760413"/>
            <a:ext cx="3468687" cy="5337175"/>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7F262609-2AD1-BC16-417F-F06F5E93FED3}"/>
              </a:ext>
            </a:extLst>
          </p:cNvPr>
          <p:cNvSpPr/>
          <p:nvPr userDrawn="1"/>
        </p:nvSpPr>
        <p:spPr>
          <a:xfrm>
            <a:off x="573088" y="760413"/>
            <a:ext cx="8066087" cy="5337175"/>
          </a:xfrm>
          <a:prstGeom prst="rect">
            <a:avLst/>
          </a:prstGeom>
          <a:solidFill>
            <a:schemeClr val="tx1">
              <a:alpha val="85098"/>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5FDED36E-710B-1975-0A31-D2C8E73C14FE}"/>
              </a:ext>
            </a:extLst>
          </p:cNvPr>
          <p:cNvSpPr/>
          <p:nvPr userDrawn="1"/>
        </p:nvSpPr>
        <p:spPr>
          <a:xfrm>
            <a:off x="0" y="752475"/>
            <a:ext cx="495300" cy="5335588"/>
          </a:xfrm>
          <a:prstGeom prst="rect">
            <a:avLst/>
          </a:prstGeom>
          <a:solidFill>
            <a:schemeClr val="accent5">
              <a:alpha val="6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8983566" y="2345167"/>
            <a:ext cx="2947482" cy="3376355"/>
          </a:xfrm>
        </p:spPr>
        <p:txBody>
          <a:bodyPr/>
          <a:lstStyle>
            <a:lvl1pPr>
              <a:defRPr>
                <a:solidFill>
                  <a:schemeClr val="tx1"/>
                </a:solidFill>
              </a:defRPr>
            </a:lvl1pPr>
          </a:lstStyle>
          <a:p>
            <a:r>
              <a:rPr lang="en-US" noProof="0"/>
              <a:t>Click to edit Master title style</a:t>
            </a:r>
          </a:p>
        </p:txBody>
      </p:sp>
      <p:sp>
        <p:nvSpPr>
          <p:cNvPr id="3" name="Content Placeholder 2"/>
          <p:cNvSpPr>
            <a:spLocks noGrp="1"/>
          </p:cNvSpPr>
          <p:nvPr>
            <p:ph idx="1"/>
          </p:nvPr>
        </p:nvSpPr>
        <p:spPr>
          <a:xfrm>
            <a:off x="951134" y="860611"/>
            <a:ext cx="7315200" cy="512064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4">
            <a:extLst>
              <a:ext uri="{FF2B5EF4-FFF2-40B4-BE49-F238E27FC236}">
                <a16:creationId xmlns:a16="http://schemas.microsoft.com/office/drawing/2014/main" id="{B79D8E98-1AE9-5F2B-E467-53D5CE36310E}"/>
              </a:ext>
            </a:extLst>
          </p:cNvPr>
          <p:cNvSpPr>
            <a:spLocks noGrp="1"/>
          </p:cNvSpPr>
          <p:nvPr>
            <p:ph type="ftr" sz="quarter" idx="10"/>
          </p:nvPr>
        </p:nvSpPr>
        <p:spPr/>
        <p:txBody>
          <a:bodyPr/>
          <a:lstStyle>
            <a:lvl1pPr>
              <a:defRPr dirty="0">
                <a:solidFill>
                  <a:schemeClr val="bg2"/>
                </a:solidFill>
              </a:defRPr>
            </a:lvl1pPr>
          </a:lstStyle>
          <a:p>
            <a:pPr>
              <a:defRPr/>
            </a:pPr>
            <a:endParaRPr lang="en-US"/>
          </a:p>
          <a:p>
            <a:pPr>
              <a:defRPr/>
            </a:pPr>
            <a:r>
              <a:rPr lang="en-US"/>
              <a:t> Add a footer 	</a:t>
            </a:r>
          </a:p>
          <a:p>
            <a:pPr>
              <a:defRPr/>
            </a:pPr>
            <a:endParaRPr lang="en-US"/>
          </a:p>
        </p:txBody>
      </p:sp>
      <p:sp>
        <p:nvSpPr>
          <p:cNvPr id="8" name="Slide Number Placeholder 5">
            <a:extLst>
              <a:ext uri="{FF2B5EF4-FFF2-40B4-BE49-F238E27FC236}">
                <a16:creationId xmlns:a16="http://schemas.microsoft.com/office/drawing/2014/main" id="{202C4C6D-7428-A2FB-1881-22562AF46DBF}"/>
              </a:ext>
            </a:extLst>
          </p:cNvPr>
          <p:cNvSpPr>
            <a:spLocks noGrp="1"/>
          </p:cNvSpPr>
          <p:nvPr>
            <p:ph type="sldNum" sz="quarter" idx="11"/>
          </p:nvPr>
        </p:nvSpPr>
        <p:spPr/>
        <p:txBody>
          <a:bodyPr/>
          <a:lstStyle>
            <a:lvl1pPr>
              <a:defRPr smtClean="0">
                <a:solidFill>
                  <a:schemeClr val="bg2"/>
                </a:solidFill>
              </a:defRPr>
            </a:lvl1pPr>
          </a:lstStyle>
          <a:p>
            <a:pPr>
              <a:defRPr/>
            </a:pPr>
            <a:fld id="{DD9E4277-BEB1-4996-A6A9-389D62DA74E5}" type="slidenum">
              <a:rPr lang="en-US"/>
              <a:pPr>
                <a:defRPr/>
              </a:pPr>
              <a:t>‹#›</a:t>
            </a:fld>
            <a:endParaRPr lang="en-US" dirty="0"/>
          </a:p>
        </p:txBody>
      </p:sp>
      <p:sp>
        <p:nvSpPr>
          <p:cNvPr id="9" name="Date Placeholder 3">
            <a:extLst>
              <a:ext uri="{FF2B5EF4-FFF2-40B4-BE49-F238E27FC236}">
                <a16:creationId xmlns:a16="http://schemas.microsoft.com/office/drawing/2014/main" id="{C90CA3DA-283D-DEE2-EF58-64A4E3B97524}"/>
              </a:ext>
            </a:extLst>
          </p:cNvPr>
          <p:cNvSpPr>
            <a:spLocks noGrp="1"/>
          </p:cNvSpPr>
          <p:nvPr>
            <p:ph type="dt" sz="half" idx="12"/>
          </p:nvPr>
        </p:nvSpPr>
        <p:spPr/>
        <p:txBody>
          <a:bodyPr/>
          <a:lstStyle>
            <a:lvl1pPr>
              <a:defRPr dirty="0">
                <a:solidFill>
                  <a:schemeClr val="bg2"/>
                </a:solidFill>
              </a:defRPr>
            </a:lvl1pPr>
          </a:lstStyle>
          <a:p>
            <a:pPr>
              <a:defRPr/>
            </a:pPr>
            <a:r>
              <a:rPr lang="en-US"/>
              <a:t>7/14/2018</a:t>
            </a:r>
          </a:p>
        </p:txBody>
      </p:sp>
    </p:spTree>
    <p:extLst>
      <p:ext uri="{BB962C8B-B14F-4D97-AF65-F5344CB8AC3E}">
        <p14:creationId xmlns:p14="http://schemas.microsoft.com/office/powerpoint/2010/main" val="2041674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Title and 4 Content Box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48DE80-9E8C-E6D2-531E-AA1C94756160}"/>
              </a:ext>
            </a:extLst>
          </p:cNvPr>
          <p:cNvSpPr/>
          <p:nvPr userDrawn="1"/>
        </p:nvSpPr>
        <p:spPr>
          <a:xfrm>
            <a:off x="3705225" y="763588"/>
            <a:ext cx="7856538" cy="5335587"/>
          </a:xfrm>
          <a:prstGeom prst="rect">
            <a:avLst/>
          </a:prstGeom>
          <a:solidFill>
            <a:schemeClr val="tx1">
              <a:alpha val="8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45D09433-643C-DF8A-1BFD-8CA4A849D02F}"/>
              </a:ext>
            </a:extLst>
          </p:cNvPr>
          <p:cNvSpPr/>
          <p:nvPr userDrawn="1"/>
        </p:nvSpPr>
        <p:spPr>
          <a:xfrm>
            <a:off x="11804650" y="744538"/>
            <a:ext cx="384175" cy="5345112"/>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sz="100" dirty="0"/>
          </a:p>
        </p:txBody>
      </p:sp>
      <p:sp>
        <p:nvSpPr>
          <p:cNvPr id="6" name="Rectangle 5">
            <a:extLst>
              <a:ext uri="{FF2B5EF4-FFF2-40B4-BE49-F238E27FC236}">
                <a16:creationId xmlns:a16="http://schemas.microsoft.com/office/drawing/2014/main" id="{0F89091C-A47D-1272-F54E-DB28C900C7A5}"/>
              </a:ext>
            </a:extLst>
          </p:cNvPr>
          <p:cNvSpPr/>
          <p:nvPr userDrawn="1"/>
        </p:nvSpPr>
        <p:spPr>
          <a:xfrm>
            <a:off x="0" y="744538"/>
            <a:ext cx="3430588" cy="5330825"/>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252919" y="2043953"/>
            <a:ext cx="2947482" cy="3681067"/>
          </a:xfrm>
        </p:spPr>
        <p:txBody>
          <a:bodyPr/>
          <a:lstStyle>
            <a:lvl1pPr>
              <a:defRPr>
                <a:solidFill>
                  <a:schemeClr val="tx1"/>
                </a:solidFill>
              </a:defRPr>
            </a:lvl1pPr>
          </a:lstStyle>
          <a:p>
            <a:r>
              <a:rPr lang="en-US" noProof="0"/>
              <a:t>Click to edit Master title style</a:t>
            </a:r>
          </a:p>
        </p:txBody>
      </p:sp>
      <p:sp>
        <p:nvSpPr>
          <p:cNvPr id="3" name="Content Placeholder 2"/>
          <p:cNvSpPr>
            <a:spLocks noGrp="1"/>
          </p:cNvSpPr>
          <p:nvPr>
            <p:ph idx="1"/>
          </p:nvPr>
        </p:nvSpPr>
        <p:spPr>
          <a:xfrm>
            <a:off x="3869268" y="864108"/>
            <a:ext cx="3618054" cy="244924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p:cNvSpPr>
            <a:spLocks noGrp="1"/>
          </p:cNvSpPr>
          <p:nvPr>
            <p:ph idx="13"/>
          </p:nvPr>
        </p:nvSpPr>
        <p:spPr>
          <a:xfrm>
            <a:off x="7740240" y="864108"/>
            <a:ext cx="3618054" cy="244924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2"/>
          <p:cNvSpPr>
            <a:spLocks noGrp="1"/>
          </p:cNvSpPr>
          <p:nvPr>
            <p:ph idx="14"/>
          </p:nvPr>
        </p:nvSpPr>
        <p:spPr>
          <a:xfrm>
            <a:off x="3869268" y="3481577"/>
            <a:ext cx="3618054" cy="244924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Content Placeholder 2"/>
          <p:cNvSpPr>
            <a:spLocks noGrp="1"/>
          </p:cNvSpPr>
          <p:nvPr>
            <p:ph idx="15"/>
          </p:nvPr>
        </p:nvSpPr>
        <p:spPr>
          <a:xfrm>
            <a:off x="7740240" y="3481577"/>
            <a:ext cx="3618054" cy="2449247"/>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4">
            <a:extLst>
              <a:ext uri="{FF2B5EF4-FFF2-40B4-BE49-F238E27FC236}">
                <a16:creationId xmlns:a16="http://schemas.microsoft.com/office/drawing/2014/main" id="{EE38AA40-4757-DF47-F1A3-5EA16C6CC355}"/>
              </a:ext>
            </a:extLst>
          </p:cNvPr>
          <p:cNvSpPr>
            <a:spLocks noGrp="1"/>
          </p:cNvSpPr>
          <p:nvPr>
            <p:ph type="ftr" sz="quarter" idx="16"/>
          </p:nvPr>
        </p:nvSpPr>
        <p:spPr/>
        <p:txBody>
          <a:bodyPr/>
          <a:lstStyle>
            <a:lvl1pPr>
              <a:defRPr dirty="0">
                <a:solidFill>
                  <a:schemeClr val="bg2"/>
                </a:solidFill>
              </a:defRPr>
            </a:lvl1pPr>
          </a:lstStyle>
          <a:p>
            <a:pPr>
              <a:defRPr/>
            </a:pPr>
            <a:endParaRPr lang="en-US"/>
          </a:p>
          <a:p>
            <a:pPr>
              <a:defRPr/>
            </a:pPr>
            <a:r>
              <a:rPr lang="en-US"/>
              <a:t> Add a footer 	</a:t>
            </a:r>
          </a:p>
          <a:p>
            <a:pPr>
              <a:defRPr/>
            </a:pPr>
            <a:endParaRPr lang="en-US"/>
          </a:p>
        </p:txBody>
      </p:sp>
      <p:sp>
        <p:nvSpPr>
          <p:cNvPr id="8" name="Slide Number Placeholder 5">
            <a:extLst>
              <a:ext uri="{FF2B5EF4-FFF2-40B4-BE49-F238E27FC236}">
                <a16:creationId xmlns:a16="http://schemas.microsoft.com/office/drawing/2014/main" id="{38CFFE07-3F2E-541B-B3C9-721C5BE2EA43}"/>
              </a:ext>
            </a:extLst>
          </p:cNvPr>
          <p:cNvSpPr>
            <a:spLocks noGrp="1"/>
          </p:cNvSpPr>
          <p:nvPr>
            <p:ph type="sldNum" sz="quarter" idx="17"/>
          </p:nvPr>
        </p:nvSpPr>
        <p:spPr/>
        <p:txBody>
          <a:bodyPr/>
          <a:lstStyle>
            <a:lvl1pPr>
              <a:defRPr smtClean="0">
                <a:solidFill>
                  <a:schemeClr val="bg2"/>
                </a:solidFill>
              </a:defRPr>
            </a:lvl1pPr>
          </a:lstStyle>
          <a:p>
            <a:pPr>
              <a:defRPr/>
            </a:pPr>
            <a:fld id="{CBEEF540-236D-461B-8768-E791ECA1790E}" type="slidenum">
              <a:rPr lang="en-US"/>
              <a:pPr>
                <a:defRPr/>
              </a:pPr>
              <a:t>‹#›</a:t>
            </a:fld>
            <a:endParaRPr lang="en-US" dirty="0"/>
          </a:p>
        </p:txBody>
      </p:sp>
      <p:sp>
        <p:nvSpPr>
          <p:cNvPr id="9" name="Date Placeholder 3">
            <a:extLst>
              <a:ext uri="{FF2B5EF4-FFF2-40B4-BE49-F238E27FC236}">
                <a16:creationId xmlns:a16="http://schemas.microsoft.com/office/drawing/2014/main" id="{9EA9F649-1E0C-42D8-E7FD-4BEE57F5E415}"/>
              </a:ext>
            </a:extLst>
          </p:cNvPr>
          <p:cNvSpPr>
            <a:spLocks noGrp="1"/>
          </p:cNvSpPr>
          <p:nvPr>
            <p:ph type="dt" sz="half" idx="18"/>
          </p:nvPr>
        </p:nvSpPr>
        <p:spPr/>
        <p:txBody>
          <a:bodyPr/>
          <a:lstStyle>
            <a:lvl1pPr>
              <a:defRPr dirty="0">
                <a:solidFill>
                  <a:schemeClr val="bg2"/>
                </a:solidFill>
              </a:defRPr>
            </a:lvl1pPr>
          </a:lstStyle>
          <a:p>
            <a:pPr>
              <a:defRPr/>
            </a:pPr>
            <a:r>
              <a:rPr lang="en-US"/>
              <a:t>7/14/2018</a:t>
            </a:r>
          </a:p>
        </p:txBody>
      </p:sp>
    </p:spTree>
    <p:extLst>
      <p:ext uri="{BB962C8B-B14F-4D97-AF65-F5344CB8AC3E}">
        <p14:creationId xmlns:p14="http://schemas.microsoft.com/office/powerpoint/2010/main" val="475116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s_Title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E95B46-FBDA-F92B-AFE2-36AD98906226}"/>
              </a:ext>
            </a:extLst>
          </p:cNvPr>
          <p:cNvSpPr/>
          <p:nvPr userDrawn="1"/>
        </p:nvSpPr>
        <p:spPr>
          <a:xfrm>
            <a:off x="0" y="2527300"/>
            <a:ext cx="3068638" cy="3562350"/>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E368AC8E-C6A4-03E4-54BB-C162A0EDDB1D}"/>
              </a:ext>
            </a:extLst>
          </p:cNvPr>
          <p:cNvSpPr/>
          <p:nvPr userDrawn="1"/>
        </p:nvSpPr>
        <p:spPr>
          <a:xfrm>
            <a:off x="3200400" y="2527300"/>
            <a:ext cx="8482013" cy="3562350"/>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CDCC02A8-A80E-95DB-8166-0BA94BF20D92}"/>
              </a:ext>
            </a:extLst>
          </p:cNvPr>
          <p:cNvSpPr/>
          <p:nvPr userDrawn="1"/>
        </p:nvSpPr>
        <p:spPr>
          <a:xfrm>
            <a:off x="0" y="758825"/>
            <a:ext cx="3068638" cy="1658938"/>
          </a:xfrm>
          <a:prstGeom prst="rect">
            <a:avLst/>
          </a:prstGeom>
          <a:solidFill>
            <a:schemeClr val="accent5">
              <a:alpha val="6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0AAEEE04-98E5-51FA-BDA5-DC63035E5C4A}"/>
              </a:ext>
            </a:extLst>
          </p:cNvPr>
          <p:cNvSpPr/>
          <p:nvPr userDrawn="1"/>
        </p:nvSpPr>
        <p:spPr>
          <a:xfrm>
            <a:off x="11815763" y="2527300"/>
            <a:ext cx="376237" cy="3567113"/>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2" name="Title 1"/>
          <p:cNvSpPr>
            <a:spLocks noGrp="1"/>
          </p:cNvSpPr>
          <p:nvPr>
            <p:ph type="title"/>
          </p:nvPr>
        </p:nvSpPr>
        <p:spPr>
          <a:xfrm>
            <a:off x="509954" y="2637691"/>
            <a:ext cx="2431210" cy="3347055"/>
          </a:xfrm>
        </p:spPr>
        <p:txBody>
          <a:bodyPr/>
          <a:lstStyle>
            <a:lvl1pPr>
              <a:defRPr>
                <a:solidFill>
                  <a:schemeClr val="tx1"/>
                </a:solidFill>
              </a:defRPr>
            </a:lvl1pPr>
          </a:lstStyle>
          <a:p>
            <a:r>
              <a:rPr lang="en-US" noProof="0"/>
              <a:t>Click to edit Master title style</a:t>
            </a:r>
          </a:p>
        </p:txBody>
      </p:sp>
      <p:sp>
        <p:nvSpPr>
          <p:cNvPr id="3" name="Text Placeholder 2"/>
          <p:cNvSpPr>
            <a:spLocks noGrp="1"/>
          </p:cNvSpPr>
          <p:nvPr>
            <p:ph type="body" sz="quarter" idx="13"/>
          </p:nvPr>
        </p:nvSpPr>
        <p:spPr>
          <a:xfrm>
            <a:off x="3597275" y="2638425"/>
            <a:ext cx="8091488" cy="334645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5">
            <a:extLst>
              <a:ext uri="{FF2B5EF4-FFF2-40B4-BE49-F238E27FC236}">
                <a16:creationId xmlns:a16="http://schemas.microsoft.com/office/drawing/2014/main" id="{9798C6E6-AAF3-9F48-F291-2264D5B247BD}"/>
              </a:ext>
            </a:extLst>
          </p:cNvPr>
          <p:cNvSpPr>
            <a:spLocks noGrp="1"/>
          </p:cNvSpPr>
          <p:nvPr>
            <p:ph type="ftr" sz="quarter" idx="14"/>
          </p:nvPr>
        </p:nvSpPr>
        <p:spPr/>
        <p:txBody>
          <a:bodyPr/>
          <a:lstStyle>
            <a:lvl1pPr>
              <a:defRPr/>
            </a:lvl1pPr>
          </a:lstStyle>
          <a:p>
            <a:pPr>
              <a:defRPr/>
            </a:pPr>
            <a:endParaRPr lang="en-US"/>
          </a:p>
          <a:p>
            <a:pPr>
              <a:defRPr/>
            </a:pPr>
            <a:r>
              <a:rPr lang="en-US"/>
              <a:t> Add a footer 	</a:t>
            </a:r>
          </a:p>
          <a:p>
            <a:pPr>
              <a:defRPr/>
            </a:pPr>
            <a:endParaRPr lang="en-US"/>
          </a:p>
        </p:txBody>
      </p:sp>
      <p:sp>
        <p:nvSpPr>
          <p:cNvPr id="8" name="Slide Number Placeholder 6">
            <a:extLst>
              <a:ext uri="{FF2B5EF4-FFF2-40B4-BE49-F238E27FC236}">
                <a16:creationId xmlns:a16="http://schemas.microsoft.com/office/drawing/2014/main" id="{429CB56B-4B42-FB56-F330-13B5A222D85F}"/>
              </a:ext>
            </a:extLst>
          </p:cNvPr>
          <p:cNvSpPr>
            <a:spLocks noGrp="1"/>
          </p:cNvSpPr>
          <p:nvPr>
            <p:ph type="sldNum" sz="quarter" idx="15"/>
          </p:nvPr>
        </p:nvSpPr>
        <p:spPr/>
        <p:txBody>
          <a:bodyPr/>
          <a:lstStyle>
            <a:lvl1pPr>
              <a:defRPr/>
            </a:lvl1pPr>
          </a:lstStyle>
          <a:p>
            <a:pPr>
              <a:defRPr/>
            </a:pPr>
            <a:fld id="{5BF0AAF2-9F0A-429E-8732-89E41F24410A}" type="slidenum">
              <a:rPr lang="en-US"/>
              <a:pPr>
                <a:defRPr/>
              </a:pPr>
              <a:t>‹#›</a:t>
            </a:fld>
            <a:endParaRPr lang="en-US" dirty="0"/>
          </a:p>
        </p:txBody>
      </p:sp>
      <p:sp>
        <p:nvSpPr>
          <p:cNvPr id="9" name="Date Placeholder 3">
            <a:extLst>
              <a:ext uri="{FF2B5EF4-FFF2-40B4-BE49-F238E27FC236}">
                <a16:creationId xmlns:a16="http://schemas.microsoft.com/office/drawing/2014/main" id="{6C06F5D7-525B-B59C-9C7F-81D0EE8F1759}"/>
              </a:ext>
            </a:extLst>
          </p:cNvPr>
          <p:cNvSpPr>
            <a:spLocks noGrp="1"/>
          </p:cNvSpPr>
          <p:nvPr>
            <p:ph type="dt" sz="half" idx="16"/>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4251925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cons Title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7D9709-0203-D9AE-5F99-DF4720782A40}"/>
              </a:ext>
            </a:extLst>
          </p:cNvPr>
          <p:cNvSpPr/>
          <p:nvPr userDrawn="1"/>
        </p:nvSpPr>
        <p:spPr>
          <a:xfrm>
            <a:off x="527050" y="2524125"/>
            <a:ext cx="8482013" cy="3563938"/>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36E1758A-A36F-4A81-BD67-02166A75BC05}"/>
              </a:ext>
            </a:extLst>
          </p:cNvPr>
          <p:cNvSpPr/>
          <p:nvPr userDrawn="1"/>
        </p:nvSpPr>
        <p:spPr>
          <a:xfrm>
            <a:off x="9118600" y="2524125"/>
            <a:ext cx="3068638" cy="3563938"/>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B76F3401-90B6-FBE1-4E98-54830DAF8458}"/>
              </a:ext>
            </a:extLst>
          </p:cNvPr>
          <p:cNvSpPr/>
          <p:nvPr userDrawn="1"/>
        </p:nvSpPr>
        <p:spPr>
          <a:xfrm>
            <a:off x="9118600" y="765175"/>
            <a:ext cx="3068638" cy="1660525"/>
          </a:xfrm>
          <a:prstGeom prst="rect">
            <a:avLst/>
          </a:prstGeom>
          <a:solidFill>
            <a:schemeClr val="accent5">
              <a:alpha val="6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4EB576B5-EC01-2819-632A-5E0CD25E5F89}"/>
              </a:ext>
            </a:extLst>
          </p:cNvPr>
          <p:cNvSpPr/>
          <p:nvPr userDrawn="1"/>
        </p:nvSpPr>
        <p:spPr>
          <a:xfrm>
            <a:off x="15875" y="2530475"/>
            <a:ext cx="376238" cy="35687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2" name="Title 1"/>
          <p:cNvSpPr>
            <a:spLocks noGrp="1"/>
          </p:cNvSpPr>
          <p:nvPr>
            <p:ph type="title"/>
          </p:nvPr>
        </p:nvSpPr>
        <p:spPr>
          <a:xfrm>
            <a:off x="9425958" y="2641544"/>
            <a:ext cx="2431210" cy="3347055"/>
          </a:xfrm>
        </p:spPr>
        <p:txBody>
          <a:bodyPr/>
          <a:lstStyle>
            <a:lvl1pPr>
              <a:defRPr>
                <a:solidFill>
                  <a:schemeClr val="tx1"/>
                </a:solidFill>
              </a:defRPr>
            </a:lvl1pPr>
          </a:lstStyle>
          <a:p>
            <a:r>
              <a:rPr lang="en-US" noProof="0"/>
              <a:t>Click to edit Master title style</a:t>
            </a:r>
          </a:p>
        </p:txBody>
      </p:sp>
      <p:sp>
        <p:nvSpPr>
          <p:cNvPr id="3" name="Text Placeholder 2"/>
          <p:cNvSpPr>
            <a:spLocks noGrp="1"/>
          </p:cNvSpPr>
          <p:nvPr>
            <p:ph type="body" sz="quarter" idx="13"/>
          </p:nvPr>
        </p:nvSpPr>
        <p:spPr>
          <a:xfrm>
            <a:off x="722203" y="2633375"/>
            <a:ext cx="8091488" cy="334645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5">
            <a:extLst>
              <a:ext uri="{FF2B5EF4-FFF2-40B4-BE49-F238E27FC236}">
                <a16:creationId xmlns:a16="http://schemas.microsoft.com/office/drawing/2014/main" id="{11F7B54D-EB90-9996-54C5-33FFE0B1C1C9}"/>
              </a:ext>
            </a:extLst>
          </p:cNvPr>
          <p:cNvSpPr>
            <a:spLocks noGrp="1"/>
          </p:cNvSpPr>
          <p:nvPr>
            <p:ph type="ftr" sz="quarter" idx="14"/>
          </p:nvPr>
        </p:nvSpPr>
        <p:spPr/>
        <p:txBody>
          <a:bodyPr/>
          <a:lstStyle>
            <a:lvl1pPr>
              <a:defRPr/>
            </a:lvl1pPr>
          </a:lstStyle>
          <a:p>
            <a:pPr>
              <a:defRPr/>
            </a:pPr>
            <a:endParaRPr lang="en-US"/>
          </a:p>
          <a:p>
            <a:pPr>
              <a:defRPr/>
            </a:pPr>
            <a:r>
              <a:rPr lang="en-US"/>
              <a:t> Add a footer 	</a:t>
            </a:r>
          </a:p>
          <a:p>
            <a:pPr>
              <a:defRPr/>
            </a:pPr>
            <a:endParaRPr lang="en-US"/>
          </a:p>
        </p:txBody>
      </p:sp>
      <p:sp>
        <p:nvSpPr>
          <p:cNvPr id="8" name="Slide Number Placeholder 6">
            <a:extLst>
              <a:ext uri="{FF2B5EF4-FFF2-40B4-BE49-F238E27FC236}">
                <a16:creationId xmlns:a16="http://schemas.microsoft.com/office/drawing/2014/main" id="{80CD1C0C-B98D-5514-46B0-113E6E7ADD22}"/>
              </a:ext>
            </a:extLst>
          </p:cNvPr>
          <p:cNvSpPr>
            <a:spLocks noGrp="1"/>
          </p:cNvSpPr>
          <p:nvPr>
            <p:ph type="sldNum" sz="quarter" idx="15"/>
          </p:nvPr>
        </p:nvSpPr>
        <p:spPr/>
        <p:txBody>
          <a:bodyPr/>
          <a:lstStyle>
            <a:lvl1pPr>
              <a:defRPr/>
            </a:lvl1pPr>
          </a:lstStyle>
          <a:p>
            <a:pPr>
              <a:defRPr/>
            </a:pPr>
            <a:fld id="{37D9C8CF-187F-4DBD-B835-DFF7A483D6A2}" type="slidenum">
              <a:rPr lang="en-US"/>
              <a:pPr>
                <a:defRPr/>
              </a:pPr>
              <a:t>‹#›</a:t>
            </a:fld>
            <a:endParaRPr lang="en-US" dirty="0"/>
          </a:p>
        </p:txBody>
      </p:sp>
      <p:sp>
        <p:nvSpPr>
          <p:cNvPr id="9" name="Date Placeholder 3">
            <a:extLst>
              <a:ext uri="{FF2B5EF4-FFF2-40B4-BE49-F238E27FC236}">
                <a16:creationId xmlns:a16="http://schemas.microsoft.com/office/drawing/2014/main" id="{77B3F886-141C-00D8-67AC-4B967280907F}"/>
              </a:ext>
            </a:extLst>
          </p:cNvPr>
          <p:cNvSpPr>
            <a:spLocks noGrp="1"/>
          </p:cNvSpPr>
          <p:nvPr>
            <p:ph type="dt" sz="half" idx="16"/>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1251069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_by_S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4C20FD-3A85-A151-EC16-C0C159F75F39}"/>
              </a:ext>
            </a:extLst>
          </p:cNvPr>
          <p:cNvSpPr/>
          <p:nvPr userDrawn="1"/>
        </p:nvSpPr>
        <p:spPr>
          <a:xfrm>
            <a:off x="0" y="2660650"/>
            <a:ext cx="4044950" cy="3132138"/>
          </a:xfrm>
          <a:prstGeom prst="rect">
            <a:avLst/>
          </a:prstGeom>
          <a:ln>
            <a:noFill/>
          </a:ln>
        </p:spPr>
        <p:style>
          <a:lnRef idx="3">
            <a:schemeClr val="lt1"/>
          </a:lnRef>
          <a:fillRef idx="1">
            <a:schemeClr val="accent5"/>
          </a:fillRef>
          <a:effectRef idx="1">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71BB813C-821F-F80D-B408-BC76C8FB7508}"/>
              </a:ext>
            </a:extLst>
          </p:cNvPr>
          <p:cNvSpPr/>
          <p:nvPr userDrawn="1"/>
        </p:nvSpPr>
        <p:spPr>
          <a:xfrm>
            <a:off x="7745413" y="1065213"/>
            <a:ext cx="4446587" cy="4727575"/>
          </a:xfrm>
          <a:prstGeom prst="rect">
            <a:avLst/>
          </a:prstGeom>
          <a:solidFill>
            <a:schemeClr val="tx1">
              <a:alpha val="8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89A4C38E-D537-7457-22FE-7D17609FE148}"/>
              </a:ext>
            </a:extLst>
          </p:cNvPr>
          <p:cNvSpPr/>
          <p:nvPr userDrawn="1"/>
        </p:nvSpPr>
        <p:spPr>
          <a:xfrm>
            <a:off x="0" y="1065213"/>
            <a:ext cx="4044950" cy="147955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Picture Placeholder 2"/>
          <p:cNvSpPr>
            <a:spLocks noGrp="1"/>
          </p:cNvSpPr>
          <p:nvPr>
            <p:ph type="pic" sz="quarter" idx="13"/>
          </p:nvPr>
        </p:nvSpPr>
        <p:spPr>
          <a:xfrm>
            <a:off x="0" y="0"/>
            <a:ext cx="12192000" cy="6858000"/>
          </a:xfrm>
          <a:noFill/>
        </p:spPr>
        <p:txBody>
          <a:bodyPr rtlCol="0">
            <a:normAutofit/>
          </a:bodyPr>
          <a:lstStyle/>
          <a:p>
            <a:pPr lvl="0"/>
            <a:r>
              <a:rPr lang="en-US" noProof="0"/>
              <a:t>Click icon to add picture</a:t>
            </a:r>
            <a:endParaRPr lang="en-US" noProof="0" dirty="0"/>
          </a:p>
        </p:txBody>
      </p:sp>
      <p:sp>
        <p:nvSpPr>
          <p:cNvPr id="12" name="Title 1"/>
          <p:cNvSpPr>
            <a:spLocks noGrp="1"/>
          </p:cNvSpPr>
          <p:nvPr>
            <p:ph type="title"/>
          </p:nvPr>
        </p:nvSpPr>
        <p:spPr>
          <a:xfrm>
            <a:off x="337476" y="2795380"/>
            <a:ext cx="3369512" cy="2880230"/>
          </a:xfrm>
        </p:spPr>
        <p:txBody>
          <a:bodyPr/>
          <a:lstStyle>
            <a:lvl1pPr>
              <a:defRPr>
                <a:solidFill>
                  <a:schemeClr val="tx1"/>
                </a:solidFill>
              </a:defRPr>
            </a:lvl1pPr>
          </a:lstStyle>
          <a:p>
            <a:r>
              <a:rPr lang="en-US" noProof="0"/>
              <a:t>Click to edit Master title style</a:t>
            </a:r>
          </a:p>
        </p:txBody>
      </p:sp>
      <p:sp>
        <p:nvSpPr>
          <p:cNvPr id="13" name="Content Placeholder 2"/>
          <p:cNvSpPr>
            <a:spLocks noGrp="1"/>
          </p:cNvSpPr>
          <p:nvPr>
            <p:ph idx="1"/>
          </p:nvPr>
        </p:nvSpPr>
        <p:spPr>
          <a:xfrm>
            <a:off x="7929197" y="1206481"/>
            <a:ext cx="4079631" cy="4469129"/>
          </a:xfrm>
        </p:spPr>
        <p:txBody>
          <a:bodyPr/>
          <a:lstStyle>
            <a:lvl1pPr>
              <a:defRPr>
                <a:solidFill>
                  <a:schemeClr val="bg2"/>
                </a:solidFill>
              </a:defRPr>
            </a:lvl1pPr>
          </a:lstStyle>
          <a:p>
            <a:pPr lvl="0"/>
            <a:r>
              <a:rPr lang="en-US" noProof="0"/>
              <a:t>Click to edit Master text styles</a:t>
            </a:r>
          </a:p>
        </p:txBody>
      </p:sp>
      <p:sp>
        <p:nvSpPr>
          <p:cNvPr id="6" name="Footer Placeholder 5">
            <a:extLst>
              <a:ext uri="{FF2B5EF4-FFF2-40B4-BE49-F238E27FC236}">
                <a16:creationId xmlns:a16="http://schemas.microsoft.com/office/drawing/2014/main" id="{D40357DF-8ACB-CE4B-A086-20CB1AED5CDF}"/>
              </a:ext>
            </a:extLst>
          </p:cNvPr>
          <p:cNvSpPr>
            <a:spLocks noGrp="1"/>
          </p:cNvSpPr>
          <p:nvPr>
            <p:ph type="ftr" sz="quarter" idx="14"/>
          </p:nvPr>
        </p:nvSpPr>
        <p:spPr/>
        <p:txBody>
          <a:bodyPr/>
          <a:lstStyle>
            <a:lvl1pPr>
              <a:defRPr/>
            </a:lvl1pPr>
          </a:lstStyle>
          <a:p>
            <a:pPr>
              <a:defRPr/>
            </a:pPr>
            <a:endParaRPr lang="en-US"/>
          </a:p>
          <a:p>
            <a:pPr>
              <a:defRPr/>
            </a:pPr>
            <a:r>
              <a:rPr lang="en-US"/>
              <a:t> Add a footer 	</a:t>
            </a:r>
          </a:p>
          <a:p>
            <a:pPr>
              <a:defRPr/>
            </a:pPr>
            <a:endParaRPr lang="en-US"/>
          </a:p>
        </p:txBody>
      </p:sp>
      <p:sp>
        <p:nvSpPr>
          <p:cNvPr id="7" name="Slide Number Placeholder 6">
            <a:extLst>
              <a:ext uri="{FF2B5EF4-FFF2-40B4-BE49-F238E27FC236}">
                <a16:creationId xmlns:a16="http://schemas.microsoft.com/office/drawing/2014/main" id="{9676614F-851A-CEE5-D811-62E0723AEDDA}"/>
              </a:ext>
            </a:extLst>
          </p:cNvPr>
          <p:cNvSpPr>
            <a:spLocks noGrp="1"/>
          </p:cNvSpPr>
          <p:nvPr>
            <p:ph type="sldNum" sz="quarter" idx="15"/>
          </p:nvPr>
        </p:nvSpPr>
        <p:spPr/>
        <p:txBody>
          <a:bodyPr/>
          <a:lstStyle>
            <a:lvl1pPr>
              <a:defRPr/>
            </a:lvl1pPr>
          </a:lstStyle>
          <a:p>
            <a:pPr>
              <a:defRPr/>
            </a:pPr>
            <a:fld id="{DA72D612-68D6-41F1-A410-E0608A9FAAE0}" type="slidenum">
              <a:rPr lang="en-US"/>
              <a:pPr>
                <a:defRPr/>
              </a:pPr>
              <a:t>‹#›</a:t>
            </a:fld>
            <a:endParaRPr lang="en-US" dirty="0"/>
          </a:p>
        </p:txBody>
      </p:sp>
      <p:sp>
        <p:nvSpPr>
          <p:cNvPr id="8" name="Date Placeholder 3">
            <a:extLst>
              <a:ext uri="{FF2B5EF4-FFF2-40B4-BE49-F238E27FC236}">
                <a16:creationId xmlns:a16="http://schemas.microsoft.com/office/drawing/2014/main" id="{2C0DA4BF-1D02-573E-6B61-D1153070E62E}"/>
              </a:ext>
            </a:extLst>
          </p:cNvPr>
          <p:cNvSpPr>
            <a:spLocks noGrp="1"/>
          </p:cNvSpPr>
          <p:nvPr>
            <p:ph type="dt" sz="half" idx="16"/>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3439396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DB9CAA-4345-FEE5-6D2D-4F4CEC20436E}"/>
              </a:ext>
            </a:extLst>
          </p:cNvPr>
          <p:cNvSpPr/>
          <p:nvPr userDrawn="1"/>
        </p:nvSpPr>
        <p:spPr>
          <a:xfrm>
            <a:off x="0" y="2527300"/>
            <a:ext cx="1630363" cy="356235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Rectangle 2">
            <a:extLst>
              <a:ext uri="{FF2B5EF4-FFF2-40B4-BE49-F238E27FC236}">
                <a16:creationId xmlns:a16="http://schemas.microsoft.com/office/drawing/2014/main" id="{FEFD6DC5-D6E7-8C9E-FD29-D66B16249D08}"/>
              </a:ext>
            </a:extLst>
          </p:cNvPr>
          <p:cNvSpPr/>
          <p:nvPr userDrawn="1"/>
        </p:nvSpPr>
        <p:spPr>
          <a:xfrm>
            <a:off x="0" y="758825"/>
            <a:ext cx="10906125" cy="1658938"/>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40C5A0C6-62FE-4D1C-FFE8-209957B90B43}"/>
              </a:ext>
            </a:extLst>
          </p:cNvPr>
          <p:cNvSpPr/>
          <p:nvPr userDrawn="1"/>
        </p:nvSpPr>
        <p:spPr>
          <a:xfrm>
            <a:off x="11014075" y="758825"/>
            <a:ext cx="1171575" cy="1660525"/>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7D7E8FF4-33C3-58D7-0269-83EADC7A501B}"/>
              </a:ext>
            </a:extLst>
          </p:cNvPr>
          <p:cNvSpPr/>
          <p:nvPr userDrawn="1"/>
        </p:nvSpPr>
        <p:spPr>
          <a:xfrm>
            <a:off x="1630363" y="2527300"/>
            <a:ext cx="10575925" cy="3562350"/>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3" name="Title 1"/>
          <p:cNvSpPr>
            <a:spLocks noGrp="1"/>
          </p:cNvSpPr>
          <p:nvPr>
            <p:ph type="title"/>
          </p:nvPr>
        </p:nvSpPr>
        <p:spPr>
          <a:xfrm>
            <a:off x="1783974" y="868680"/>
            <a:ext cx="8590084" cy="1434906"/>
          </a:xfrm>
        </p:spPr>
        <p:txBody>
          <a:bodyPr/>
          <a:lstStyle>
            <a:lvl1pPr>
              <a:defRPr>
                <a:solidFill>
                  <a:schemeClr val="tx1"/>
                </a:solidFill>
              </a:defRPr>
            </a:lvl1pPr>
          </a:lstStyle>
          <a:p>
            <a:r>
              <a:rPr lang="en-US" noProof="0"/>
              <a:t>Click to edit Master title style</a:t>
            </a:r>
          </a:p>
        </p:txBody>
      </p:sp>
      <p:sp>
        <p:nvSpPr>
          <p:cNvPr id="17" name="Text Placeholder 2"/>
          <p:cNvSpPr>
            <a:spLocks noGrp="1"/>
          </p:cNvSpPr>
          <p:nvPr>
            <p:ph type="body" idx="1"/>
          </p:nvPr>
        </p:nvSpPr>
        <p:spPr>
          <a:xfrm>
            <a:off x="1783974" y="2684769"/>
            <a:ext cx="4213601" cy="521833"/>
          </a:xfrm>
        </p:spPr>
        <p:txBody>
          <a:bodyPr anchor="b">
            <a:norm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9" name="Text Placeholder 4"/>
          <p:cNvSpPr>
            <a:spLocks noGrp="1"/>
          </p:cNvSpPr>
          <p:nvPr>
            <p:ph type="body" sz="quarter" idx="3"/>
          </p:nvPr>
        </p:nvSpPr>
        <p:spPr>
          <a:xfrm>
            <a:off x="6172200" y="2684769"/>
            <a:ext cx="4731990" cy="521833"/>
          </a:xfrm>
        </p:spPr>
        <p:txBody>
          <a:bodyPr anchor="b">
            <a:norm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5"/>
          <p:cNvSpPr>
            <a:spLocks noGrp="1"/>
          </p:cNvSpPr>
          <p:nvPr>
            <p:ph sz="quarter" idx="4"/>
          </p:nvPr>
        </p:nvSpPr>
        <p:spPr>
          <a:xfrm>
            <a:off x="6172200" y="3225243"/>
            <a:ext cx="4731991" cy="276407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p:cNvSpPr>
            <a:spLocks noGrp="1"/>
          </p:cNvSpPr>
          <p:nvPr>
            <p:ph sz="half" idx="2"/>
          </p:nvPr>
        </p:nvSpPr>
        <p:spPr>
          <a:xfrm>
            <a:off x="1783974" y="3225243"/>
            <a:ext cx="4213601" cy="276407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8D52202-DA62-97CF-C081-8F04B4D7E539}"/>
              </a:ext>
            </a:extLst>
          </p:cNvPr>
          <p:cNvSpPr>
            <a:spLocks noGrp="1"/>
          </p:cNvSpPr>
          <p:nvPr>
            <p:ph type="ftr" sz="quarter" idx="10"/>
          </p:nvPr>
        </p:nvSpPr>
        <p:spPr/>
        <p:txBody>
          <a:bodyPr/>
          <a:lstStyle>
            <a:lvl1pPr>
              <a:defRPr/>
            </a:lvl1pPr>
          </a:lstStyle>
          <a:p>
            <a:pPr>
              <a:defRPr/>
            </a:pPr>
            <a:endParaRPr lang="en-US"/>
          </a:p>
          <a:p>
            <a:pPr>
              <a:defRPr/>
            </a:pPr>
            <a:r>
              <a:rPr lang="en-US"/>
              <a:t> Add a footer 	</a:t>
            </a:r>
          </a:p>
          <a:p>
            <a:pPr>
              <a:defRPr/>
            </a:pPr>
            <a:endParaRPr lang="en-US"/>
          </a:p>
        </p:txBody>
      </p:sp>
      <p:sp>
        <p:nvSpPr>
          <p:cNvPr id="7" name="Slide Number Placeholder 6">
            <a:extLst>
              <a:ext uri="{FF2B5EF4-FFF2-40B4-BE49-F238E27FC236}">
                <a16:creationId xmlns:a16="http://schemas.microsoft.com/office/drawing/2014/main" id="{C948B19C-4A6D-5BE4-05D2-6073CAD4E21B}"/>
              </a:ext>
            </a:extLst>
          </p:cNvPr>
          <p:cNvSpPr>
            <a:spLocks noGrp="1"/>
          </p:cNvSpPr>
          <p:nvPr>
            <p:ph type="sldNum" sz="quarter" idx="11"/>
          </p:nvPr>
        </p:nvSpPr>
        <p:spPr/>
        <p:txBody>
          <a:bodyPr/>
          <a:lstStyle>
            <a:lvl1pPr>
              <a:defRPr/>
            </a:lvl1pPr>
          </a:lstStyle>
          <a:p>
            <a:pPr>
              <a:defRPr/>
            </a:pPr>
            <a:fld id="{C344701A-B7D0-4AD2-A8DF-644B26849E5D}" type="slidenum">
              <a:rPr lang="en-US"/>
              <a:pPr>
                <a:defRPr/>
              </a:pPr>
              <a:t>‹#›</a:t>
            </a:fld>
            <a:endParaRPr lang="en-US" dirty="0"/>
          </a:p>
        </p:txBody>
      </p:sp>
      <p:sp>
        <p:nvSpPr>
          <p:cNvPr id="8" name="Date Placeholder 3">
            <a:extLst>
              <a:ext uri="{FF2B5EF4-FFF2-40B4-BE49-F238E27FC236}">
                <a16:creationId xmlns:a16="http://schemas.microsoft.com/office/drawing/2014/main" id="{04B1B28C-ABC1-9CC8-83BB-E6B9E4865DD2}"/>
              </a:ext>
            </a:extLst>
          </p:cNvPr>
          <p:cNvSpPr>
            <a:spLocks noGrp="1"/>
          </p:cNvSpPr>
          <p:nvPr>
            <p:ph type="dt" sz="half" idx="12"/>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146507665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484411-A333-7A5C-AEBA-57A7149EEB21}"/>
              </a:ext>
            </a:extLst>
          </p:cNvPr>
          <p:cNvSpPr/>
          <p:nvPr userDrawn="1"/>
        </p:nvSpPr>
        <p:spPr>
          <a:xfrm>
            <a:off x="0" y="2527300"/>
            <a:ext cx="1630363" cy="356235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Rectangle 2">
            <a:extLst>
              <a:ext uri="{FF2B5EF4-FFF2-40B4-BE49-F238E27FC236}">
                <a16:creationId xmlns:a16="http://schemas.microsoft.com/office/drawing/2014/main" id="{1C656577-369D-A885-5269-8DF7B9068FFF}"/>
              </a:ext>
            </a:extLst>
          </p:cNvPr>
          <p:cNvSpPr/>
          <p:nvPr userDrawn="1"/>
        </p:nvSpPr>
        <p:spPr>
          <a:xfrm>
            <a:off x="0" y="758825"/>
            <a:ext cx="10906125" cy="1658938"/>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952FA914-6CCB-3490-E315-201633138CFC}"/>
              </a:ext>
            </a:extLst>
          </p:cNvPr>
          <p:cNvSpPr/>
          <p:nvPr userDrawn="1"/>
        </p:nvSpPr>
        <p:spPr>
          <a:xfrm>
            <a:off x="11014075" y="758825"/>
            <a:ext cx="1171575" cy="1660525"/>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101F854D-B3F6-6453-B220-ECFFD7DBCD3D}"/>
              </a:ext>
            </a:extLst>
          </p:cNvPr>
          <p:cNvSpPr/>
          <p:nvPr userDrawn="1"/>
        </p:nvSpPr>
        <p:spPr>
          <a:xfrm>
            <a:off x="1630363" y="2527300"/>
            <a:ext cx="10575925" cy="3562350"/>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3" name="Title 1"/>
          <p:cNvSpPr>
            <a:spLocks noGrp="1"/>
          </p:cNvSpPr>
          <p:nvPr>
            <p:ph type="title"/>
          </p:nvPr>
        </p:nvSpPr>
        <p:spPr>
          <a:xfrm>
            <a:off x="1783974" y="868680"/>
            <a:ext cx="8590084" cy="1434906"/>
          </a:xfrm>
        </p:spPr>
        <p:txBody>
          <a:bodyPr/>
          <a:lstStyle>
            <a:lvl1pPr>
              <a:defRPr>
                <a:solidFill>
                  <a:schemeClr val="tx1"/>
                </a:solidFill>
              </a:defRPr>
            </a:lvl1pPr>
          </a:lstStyle>
          <a:p>
            <a:r>
              <a:rPr lang="en-US" noProof="0"/>
              <a:t>Click to edit Master title style</a:t>
            </a:r>
          </a:p>
        </p:txBody>
      </p:sp>
      <p:sp>
        <p:nvSpPr>
          <p:cNvPr id="16" name="Content Placeholder 2"/>
          <p:cNvSpPr>
            <a:spLocks noGrp="1"/>
          </p:cNvSpPr>
          <p:nvPr>
            <p:ph sz="half" idx="1"/>
          </p:nvPr>
        </p:nvSpPr>
        <p:spPr>
          <a:xfrm>
            <a:off x="1783974" y="2684769"/>
            <a:ext cx="4235826" cy="330454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p:cNvSpPr>
            <a:spLocks noGrp="1"/>
          </p:cNvSpPr>
          <p:nvPr>
            <p:ph sz="half" idx="2"/>
          </p:nvPr>
        </p:nvSpPr>
        <p:spPr>
          <a:xfrm>
            <a:off x="6172200" y="2684768"/>
            <a:ext cx="4731991" cy="330454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3DD0CA1-1DA5-B686-8774-D0F800FBF22A}"/>
              </a:ext>
            </a:extLst>
          </p:cNvPr>
          <p:cNvSpPr>
            <a:spLocks noGrp="1"/>
          </p:cNvSpPr>
          <p:nvPr>
            <p:ph type="ftr" sz="quarter" idx="10"/>
          </p:nvPr>
        </p:nvSpPr>
        <p:spPr/>
        <p:txBody>
          <a:bodyPr/>
          <a:lstStyle>
            <a:lvl1pPr>
              <a:defRPr/>
            </a:lvl1pPr>
          </a:lstStyle>
          <a:p>
            <a:pPr>
              <a:defRPr/>
            </a:pPr>
            <a:endParaRPr lang="en-US"/>
          </a:p>
          <a:p>
            <a:pPr>
              <a:defRPr/>
            </a:pPr>
            <a:r>
              <a:rPr lang="en-US"/>
              <a:t> Add a footer 	</a:t>
            </a:r>
          </a:p>
          <a:p>
            <a:pPr>
              <a:defRPr/>
            </a:pPr>
            <a:endParaRPr lang="en-US"/>
          </a:p>
        </p:txBody>
      </p:sp>
      <p:sp>
        <p:nvSpPr>
          <p:cNvPr id="7" name="Slide Number Placeholder 6">
            <a:extLst>
              <a:ext uri="{FF2B5EF4-FFF2-40B4-BE49-F238E27FC236}">
                <a16:creationId xmlns:a16="http://schemas.microsoft.com/office/drawing/2014/main" id="{E0CFCB57-CA16-6C84-B802-24CDFA04100B}"/>
              </a:ext>
            </a:extLst>
          </p:cNvPr>
          <p:cNvSpPr>
            <a:spLocks noGrp="1"/>
          </p:cNvSpPr>
          <p:nvPr>
            <p:ph type="sldNum" sz="quarter" idx="11"/>
          </p:nvPr>
        </p:nvSpPr>
        <p:spPr/>
        <p:txBody>
          <a:bodyPr/>
          <a:lstStyle>
            <a:lvl1pPr>
              <a:defRPr/>
            </a:lvl1pPr>
          </a:lstStyle>
          <a:p>
            <a:pPr>
              <a:defRPr/>
            </a:pPr>
            <a:fld id="{0D9CB579-BACA-4117-AEC8-94150F1C281D}" type="slidenum">
              <a:rPr lang="en-US"/>
              <a:pPr>
                <a:defRPr/>
              </a:pPr>
              <a:t>‹#›</a:t>
            </a:fld>
            <a:endParaRPr lang="en-US" dirty="0"/>
          </a:p>
        </p:txBody>
      </p:sp>
      <p:sp>
        <p:nvSpPr>
          <p:cNvPr id="8" name="Date Placeholder 3">
            <a:extLst>
              <a:ext uri="{FF2B5EF4-FFF2-40B4-BE49-F238E27FC236}">
                <a16:creationId xmlns:a16="http://schemas.microsoft.com/office/drawing/2014/main" id="{5AC7824E-EE5B-75BE-1F38-B26AAA976F01}"/>
              </a:ext>
            </a:extLst>
          </p:cNvPr>
          <p:cNvSpPr>
            <a:spLocks noGrp="1"/>
          </p:cNvSpPr>
          <p:nvPr>
            <p:ph type="dt" sz="half" idx="12"/>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167029755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8281C8-A47D-5513-5215-0A54B5322172}"/>
              </a:ext>
            </a:extLst>
          </p:cNvPr>
          <p:cNvSpPr/>
          <p:nvPr userDrawn="1"/>
        </p:nvSpPr>
        <p:spPr>
          <a:xfrm>
            <a:off x="3705225" y="763588"/>
            <a:ext cx="7856538" cy="5335587"/>
          </a:xfrm>
          <a:prstGeom prst="rect">
            <a:avLst/>
          </a:prstGeom>
          <a:solidFill>
            <a:schemeClr val="tx1">
              <a:alpha val="8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4F791E62-3813-5853-C596-EF23BE95451F}"/>
              </a:ext>
            </a:extLst>
          </p:cNvPr>
          <p:cNvSpPr/>
          <p:nvPr userDrawn="1"/>
        </p:nvSpPr>
        <p:spPr>
          <a:xfrm>
            <a:off x="11804650" y="744538"/>
            <a:ext cx="384175" cy="5345112"/>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sz="100" dirty="0"/>
          </a:p>
        </p:txBody>
      </p:sp>
      <p:sp>
        <p:nvSpPr>
          <p:cNvPr id="5" name="Rectangle 4">
            <a:extLst>
              <a:ext uri="{FF2B5EF4-FFF2-40B4-BE49-F238E27FC236}">
                <a16:creationId xmlns:a16="http://schemas.microsoft.com/office/drawing/2014/main" id="{0C1EF291-DF36-421A-4C96-E2C4A1A88BC7}"/>
              </a:ext>
            </a:extLst>
          </p:cNvPr>
          <p:cNvSpPr/>
          <p:nvPr userDrawn="1"/>
        </p:nvSpPr>
        <p:spPr>
          <a:xfrm>
            <a:off x="0" y="744538"/>
            <a:ext cx="3430588" cy="5330825"/>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252919" y="864110"/>
            <a:ext cx="2947482" cy="1822530"/>
          </a:xfrm>
        </p:spPr>
        <p:txBody>
          <a:bodyPr/>
          <a:lstStyle>
            <a:lvl1pPr>
              <a:defRPr>
                <a:solidFill>
                  <a:schemeClr val="tx1"/>
                </a:solidFill>
              </a:defRPr>
            </a:lvl1pPr>
          </a:lstStyle>
          <a:p>
            <a:r>
              <a:rPr lang="en-US" noProof="0"/>
              <a:t>Click to edit Master title style</a:t>
            </a:r>
          </a:p>
        </p:txBody>
      </p:sp>
      <p:sp>
        <p:nvSpPr>
          <p:cNvPr id="16" name="Text Placeholder 3"/>
          <p:cNvSpPr>
            <a:spLocks noGrp="1"/>
          </p:cNvSpPr>
          <p:nvPr>
            <p:ph type="body" sz="half" idx="2"/>
          </p:nvPr>
        </p:nvSpPr>
        <p:spPr>
          <a:xfrm>
            <a:off x="252920" y="2686640"/>
            <a:ext cx="2947481" cy="324418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7" name="Picture Placeholder 2"/>
          <p:cNvSpPr>
            <a:spLocks noGrp="1"/>
          </p:cNvSpPr>
          <p:nvPr>
            <p:ph type="pic" idx="1"/>
          </p:nvPr>
        </p:nvSpPr>
        <p:spPr>
          <a:xfrm>
            <a:off x="3869268" y="864111"/>
            <a:ext cx="7486120" cy="5066714"/>
          </a:xfrm>
        </p:spPr>
        <p:txBody>
          <a:bodyPr rtlCol="0">
            <a:normAutofit/>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6" name="Footer Placeholder 4">
            <a:extLst>
              <a:ext uri="{FF2B5EF4-FFF2-40B4-BE49-F238E27FC236}">
                <a16:creationId xmlns:a16="http://schemas.microsoft.com/office/drawing/2014/main" id="{0170AFDB-E7B0-DA6A-C7F9-5F0D9C818159}"/>
              </a:ext>
            </a:extLst>
          </p:cNvPr>
          <p:cNvSpPr>
            <a:spLocks noGrp="1"/>
          </p:cNvSpPr>
          <p:nvPr>
            <p:ph type="ftr" sz="quarter" idx="10"/>
          </p:nvPr>
        </p:nvSpPr>
        <p:spPr/>
        <p:txBody>
          <a:bodyPr/>
          <a:lstStyle>
            <a:lvl1pPr>
              <a:defRPr dirty="0">
                <a:solidFill>
                  <a:schemeClr val="bg2"/>
                </a:solidFill>
              </a:defRPr>
            </a:lvl1pPr>
          </a:lstStyle>
          <a:p>
            <a:pPr>
              <a:defRPr/>
            </a:pPr>
            <a:endParaRPr lang="en-US"/>
          </a:p>
          <a:p>
            <a:pPr>
              <a:defRPr/>
            </a:pPr>
            <a:r>
              <a:rPr lang="en-US"/>
              <a:t> Add a footer 	</a:t>
            </a:r>
          </a:p>
          <a:p>
            <a:pPr>
              <a:defRPr/>
            </a:pPr>
            <a:endParaRPr lang="en-US"/>
          </a:p>
        </p:txBody>
      </p:sp>
      <p:sp>
        <p:nvSpPr>
          <p:cNvPr id="7" name="Slide Number Placeholder 5">
            <a:extLst>
              <a:ext uri="{FF2B5EF4-FFF2-40B4-BE49-F238E27FC236}">
                <a16:creationId xmlns:a16="http://schemas.microsoft.com/office/drawing/2014/main" id="{0AFEA083-06B7-7427-0A19-EFA4D71E29F5}"/>
              </a:ext>
            </a:extLst>
          </p:cNvPr>
          <p:cNvSpPr>
            <a:spLocks noGrp="1"/>
          </p:cNvSpPr>
          <p:nvPr>
            <p:ph type="sldNum" sz="quarter" idx="11"/>
          </p:nvPr>
        </p:nvSpPr>
        <p:spPr/>
        <p:txBody>
          <a:bodyPr/>
          <a:lstStyle>
            <a:lvl1pPr>
              <a:defRPr smtClean="0">
                <a:solidFill>
                  <a:schemeClr val="bg2"/>
                </a:solidFill>
              </a:defRPr>
            </a:lvl1pPr>
          </a:lstStyle>
          <a:p>
            <a:pPr>
              <a:defRPr/>
            </a:pPr>
            <a:fld id="{63872B0F-9CE4-4057-ABDF-7EA75AB1EA18}" type="slidenum">
              <a:rPr lang="en-US"/>
              <a:pPr>
                <a:defRPr/>
              </a:pPr>
              <a:t>‹#›</a:t>
            </a:fld>
            <a:endParaRPr lang="en-US" dirty="0"/>
          </a:p>
        </p:txBody>
      </p:sp>
      <p:sp>
        <p:nvSpPr>
          <p:cNvPr id="8" name="Date Placeholder 3">
            <a:extLst>
              <a:ext uri="{FF2B5EF4-FFF2-40B4-BE49-F238E27FC236}">
                <a16:creationId xmlns:a16="http://schemas.microsoft.com/office/drawing/2014/main" id="{916C5F1A-DBA1-32D8-97EF-2703FA461FD0}"/>
              </a:ext>
            </a:extLst>
          </p:cNvPr>
          <p:cNvSpPr>
            <a:spLocks noGrp="1"/>
          </p:cNvSpPr>
          <p:nvPr>
            <p:ph type="dt" sz="half" idx="12"/>
          </p:nvPr>
        </p:nvSpPr>
        <p:spPr/>
        <p:txBody>
          <a:bodyPr/>
          <a:lstStyle>
            <a:lvl1pPr>
              <a:defRPr dirty="0">
                <a:solidFill>
                  <a:schemeClr val="bg2"/>
                </a:solidFill>
              </a:defRPr>
            </a:lvl1pPr>
          </a:lstStyle>
          <a:p>
            <a:pPr>
              <a:defRPr/>
            </a:pPr>
            <a:r>
              <a:rPr lang="en-US"/>
              <a:t>7/14/2018</a:t>
            </a:r>
          </a:p>
        </p:txBody>
      </p:sp>
    </p:spTree>
    <p:extLst>
      <p:ext uri="{BB962C8B-B14F-4D97-AF65-F5344CB8AC3E}">
        <p14:creationId xmlns:p14="http://schemas.microsoft.com/office/powerpoint/2010/main" val="1839885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1F3202-4E45-CDE6-DED9-5ACB18613E03}"/>
              </a:ext>
            </a:extLst>
          </p:cNvPr>
          <p:cNvSpPr/>
          <p:nvPr userDrawn="1"/>
        </p:nvSpPr>
        <p:spPr>
          <a:xfrm>
            <a:off x="0" y="2527300"/>
            <a:ext cx="1630363" cy="356235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Rectangle 2">
            <a:extLst>
              <a:ext uri="{FF2B5EF4-FFF2-40B4-BE49-F238E27FC236}">
                <a16:creationId xmlns:a16="http://schemas.microsoft.com/office/drawing/2014/main" id="{5A6C96A8-0CD9-87BA-F072-FA1BDB0C400E}"/>
              </a:ext>
            </a:extLst>
          </p:cNvPr>
          <p:cNvSpPr/>
          <p:nvPr userDrawn="1"/>
        </p:nvSpPr>
        <p:spPr>
          <a:xfrm>
            <a:off x="0" y="758825"/>
            <a:ext cx="10906125" cy="1658938"/>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0075357F-5A19-F827-613C-AE421069BF54}"/>
              </a:ext>
            </a:extLst>
          </p:cNvPr>
          <p:cNvSpPr/>
          <p:nvPr userDrawn="1"/>
        </p:nvSpPr>
        <p:spPr>
          <a:xfrm>
            <a:off x="11014075" y="758825"/>
            <a:ext cx="1171575" cy="1660525"/>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AB571386-9ADA-D105-A496-92350027B605}"/>
              </a:ext>
            </a:extLst>
          </p:cNvPr>
          <p:cNvSpPr/>
          <p:nvPr userDrawn="1"/>
        </p:nvSpPr>
        <p:spPr>
          <a:xfrm>
            <a:off x="1630363" y="2527300"/>
            <a:ext cx="10575925" cy="3562350"/>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3" name="Title 1"/>
          <p:cNvSpPr>
            <a:spLocks noGrp="1"/>
          </p:cNvSpPr>
          <p:nvPr>
            <p:ph type="title"/>
          </p:nvPr>
        </p:nvSpPr>
        <p:spPr>
          <a:xfrm>
            <a:off x="1783974" y="868680"/>
            <a:ext cx="8590084" cy="1434906"/>
          </a:xfrm>
        </p:spPr>
        <p:txBody>
          <a:bodyPr/>
          <a:lstStyle>
            <a:lvl1pPr>
              <a:defRPr>
                <a:solidFill>
                  <a:schemeClr val="tx1"/>
                </a:solidFill>
              </a:defRPr>
            </a:lvl1pPr>
          </a:lstStyle>
          <a:p>
            <a:r>
              <a:rPr lang="en-US" noProof="0"/>
              <a:t>Click to edit Master title style</a:t>
            </a:r>
          </a:p>
        </p:txBody>
      </p:sp>
      <p:sp>
        <p:nvSpPr>
          <p:cNvPr id="15" name="Text Placeholder 3"/>
          <p:cNvSpPr>
            <a:spLocks noGrp="1"/>
          </p:cNvSpPr>
          <p:nvPr>
            <p:ph type="body" sz="half" idx="2"/>
          </p:nvPr>
        </p:nvSpPr>
        <p:spPr>
          <a:xfrm>
            <a:off x="262466" y="2684770"/>
            <a:ext cx="1259814" cy="330454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6" name="Content Placeholder 2"/>
          <p:cNvSpPr>
            <a:spLocks noGrp="1"/>
          </p:cNvSpPr>
          <p:nvPr>
            <p:ph idx="1"/>
          </p:nvPr>
        </p:nvSpPr>
        <p:spPr>
          <a:xfrm>
            <a:off x="1783974" y="2684770"/>
            <a:ext cx="9120217" cy="3304548"/>
          </a:xfrm>
        </p:spPr>
        <p:txBody>
          <a:bodyP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7C7482C-C90E-76A7-03DF-DBD107B17273}"/>
              </a:ext>
            </a:extLst>
          </p:cNvPr>
          <p:cNvSpPr>
            <a:spLocks noGrp="1"/>
          </p:cNvSpPr>
          <p:nvPr>
            <p:ph type="ftr" sz="quarter" idx="10"/>
          </p:nvPr>
        </p:nvSpPr>
        <p:spPr/>
        <p:txBody>
          <a:bodyPr/>
          <a:lstStyle>
            <a:lvl1pPr>
              <a:defRPr/>
            </a:lvl1pPr>
          </a:lstStyle>
          <a:p>
            <a:pPr>
              <a:defRPr/>
            </a:pPr>
            <a:endParaRPr lang="en-US"/>
          </a:p>
          <a:p>
            <a:pPr>
              <a:defRPr/>
            </a:pPr>
            <a:r>
              <a:rPr lang="en-US"/>
              <a:t> Add a footer 	</a:t>
            </a:r>
          </a:p>
          <a:p>
            <a:pPr>
              <a:defRPr/>
            </a:pPr>
            <a:endParaRPr lang="en-US"/>
          </a:p>
        </p:txBody>
      </p:sp>
      <p:sp>
        <p:nvSpPr>
          <p:cNvPr id="7" name="Slide Number Placeholder 6">
            <a:extLst>
              <a:ext uri="{FF2B5EF4-FFF2-40B4-BE49-F238E27FC236}">
                <a16:creationId xmlns:a16="http://schemas.microsoft.com/office/drawing/2014/main" id="{241F7446-8090-89A6-3612-B31B029B4345}"/>
              </a:ext>
            </a:extLst>
          </p:cNvPr>
          <p:cNvSpPr>
            <a:spLocks noGrp="1"/>
          </p:cNvSpPr>
          <p:nvPr>
            <p:ph type="sldNum" sz="quarter" idx="11"/>
          </p:nvPr>
        </p:nvSpPr>
        <p:spPr/>
        <p:txBody>
          <a:bodyPr/>
          <a:lstStyle>
            <a:lvl1pPr>
              <a:defRPr/>
            </a:lvl1pPr>
          </a:lstStyle>
          <a:p>
            <a:pPr>
              <a:defRPr/>
            </a:pPr>
            <a:fld id="{69DA4E48-3EF7-4E99-AA1A-8BA860D495E2}" type="slidenum">
              <a:rPr lang="en-US"/>
              <a:pPr>
                <a:defRPr/>
              </a:pPr>
              <a:t>‹#›</a:t>
            </a:fld>
            <a:endParaRPr lang="en-US" dirty="0"/>
          </a:p>
        </p:txBody>
      </p:sp>
      <p:sp>
        <p:nvSpPr>
          <p:cNvPr id="8" name="Date Placeholder 3">
            <a:extLst>
              <a:ext uri="{FF2B5EF4-FFF2-40B4-BE49-F238E27FC236}">
                <a16:creationId xmlns:a16="http://schemas.microsoft.com/office/drawing/2014/main" id="{EDA7B790-7C60-4EC7-489F-398C719FFE34}"/>
              </a:ext>
            </a:extLst>
          </p:cNvPr>
          <p:cNvSpPr>
            <a:spLocks noGrp="1"/>
          </p:cNvSpPr>
          <p:nvPr>
            <p:ph type="dt" sz="half" idx="12"/>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374943133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F9B0F7-C572-96DE-59F6-3E638C6D696B}"/>
              </a:ext>
            </a:extLst>
          </p:cNvPr>
          <p:cNvSpPr/>
          <p:nvPr userDrawn="1"/>
        </p:nvSpPr>
        <p:spPr>
          <a:xfrm>
            <a:off x="0" y="2527300"/>
            <a:ext cx="1169988" cy="356235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Rectangle 2">
            <a:extLst>
              <a:ext uri="{FF2B5EF4-FFF2-40B4-BE49-F238E27FC236}">
                <a16:creationId xmlns:a16="http://schemas.microsoft.com/office/drawing/2014/main" id="{B6E6D41A-0C1B-4EFD-5B95-F9F802C5227E}"/>
              </a:ext>
            </a:extLst>
          </p:cNvPr>
          <p:cNvSpPr/>
          <p:nvPr userDrawn="1"/>
        </p:nvSpPr>
        <p:spPr>
          <a:xfrm>
            <a:off x="0" y="758825"/>
            <a:ext cx="10906125" cy="1658938"/>
          </a:xfrm>
          <a:prstGeom prst="rect">
            <a:avLst/>
          </a:prstGeom>
          <a:solidFill>
            <a:schemeClr val="accent5"/>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54F04DF1-FEEE-974F-C83E-BF7A77AB642B}"/>
              </a:ext>
            </a:extLst>
          </p:cNvPr>
          <p:cNvSpPr/>
          <p:nvPr userDrawn="1"/>
        </p:nvSpPr>
        <p:spPr>
          <a:xfrm>
            <a:off x="11014075" y="758825"/>
            <a:ext cx="1171575" cy="1660525"/>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EEA6B525-8C26-C905-9735-CC4B9E8BCB85}"/>
              </a:ext>
            </a:extLst>
          </p:cNvPr>
          <p:cNvSpPr/>
          <p:nvPr userDrawn="1"/>
        </p:nvSpPr>
        <p:spPr>
          <a:xfrm>
            <a:off x="1287463" y="2527300"/>
            <a:ext cx="10906125" cy="3562350"/>
          </a:xfrm>
          <a:prstGeom prst="rect">
            <a:avLst/>
          </a:prstGeom>
          <a:solidFill>
            <a:schemeClr val="tx1">
              <a:alpha val="8470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3" name="Title 1"/>
          <p:cNvSpPr>
            <a:spLocks noGrp="1"/>
          </p:cNvSpPr>
          <p:nvPr>
            <p:ph type="title"/>
          </p:nvPr>
        </p:nvSpPr>
        <p:spPr>
          <a:xfrm>
            <a:off x="1783974" y="868680"/>
            <a:ext cx="8590084" cy="1434906"/>
          </a:xfrm>
        </p:spPr>
        <p:txBody>
          <a:bodyPr/>
          <a:lstStyle>
            <a:lvl1pPr>
              <a:defRPr>
                <a:solidFill>
                  <a:schemeClr val="tx1"/>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3969D630-63AC-3DBB-0599-0FDDE3E0A49F}"/>
              </a:ext>
            </a:extLst>
          </p:cNvPr>
          <p:cNvSpPr>
            <a:spLocks noGrp="1"/>
          </p:cNvSpPr>
          <p:nvPr>
            <p:ph type="ftr" sz="quarter" idx="10"/>
          </p:nvPr>
        </p:nvSpPr>
        <p:spPr/>
        <p:txBody>
          <a:bodyPr/>
          <a:lstStyle>
            <a:lvl1pPr>
              <a:defRPr/>
            </a:lvl1pPr>
          </a:lstStyle>
          <a:p>
            <a:pPr>
              <a:defRPr/>
            </a:pPr>
            <a:endParaRPr lang="en-US"/>
          </a:p>
          <a:p>
            <a:pPr>
              <a:defRPr/>
            </a:pPr>
            <a:r>
              <a:rPr lang="en-US"/>
              <a:t> Add a footer 	</a:t>
            </a:r>
          </a:p>
          <a:p>
            <a:pPr>
              <a:defRPr/>
            </a:pPr>
            <a:endParaRPr lang="en-US"/>
          </a:p>
        </p:txBody>
      </p:sp>
      <p:sp>
        <p:nvSpPr>
          <p:cNvPr id="7" name="Slide Number Placeholder 6">
            <a:extLst>
              <a:ext uri="{FF2B5EF4-FFF2-40B4-BE49-F238E27FC236}">
                <a16:creationId xmlns:a16="http://schemas.microsoft.com/office/drawing/2014/main" id="{E2177A86-B8E0-B02B-3D07-2E5E04567D7A}"/>
              </a:ext>
            </a:extLst>
          </p:cNvPr>
          <p:cNvSpPr>
            <a:spLocks noGrp="1"/>
          </p:cNvSpPr>
          <p:nvPr>
            <p:ph type="sldNum" sz="quarter" idx="11"/>
          </p:nvPr>
        </p:nvSpPr>
        <p:spPr/>
        <p:txBody>
          <a:bodyPr/>
          <a:lstStyle>
            <a:lvl1pPr>
              <a:defRPr/>
            </a:lvl1pPr>
          </a:lstStyle>
          <a:p>
            <a:pPr>
              <a:defRPr/>
            </a:pPr>
            <a:fld id="{EBFED9AD-4DE5-4712-8F17-D1E85E6C53DD}" type="slidenum">
              <a:rPr lang="en-US"/>
              <a:pPr>
                <a:defRPr/>
              </a:pPr>
              <a:t>‹#›</a:t>
            </a:fld>
            <a:endParaRPr lang="en-US" dirty="0"/>
          </a:p>
        </p:txBody>
      </p:sp>
      <p:sp>
        <p:nvSpPr>
          <p:cNvPr id="8" name="Date Placeholder 3">
            <a:extLst>
              <a:ext uri="{FF2B5EF4-FFF2-40B4-BE49-F238E27FC236}">
                <a16:creationId xmlns:a16="http://schemas.microsoft.com/office/drawing/2014/main" id="{F60B4B0A-EB3C-F952-75FF-1B882A6FAE77}"/>
              </a:ext>
            </a:extLst>
          </p:cNvPr>
          <p:cNvSpPr>
            <a:spLocks noGrp="1"/>
          </p:cNvSpPr>
          <p:nvPr>
            <p:ph type="dt" sz="half" idx="12"/>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5474988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2E8B9EAE-2B11-6AC0-C206-3E16CC507D07}"/>
              </a:ext>
            </a:extLst>
          </p:cNvPr>
          <p:cNvSpPr>
            <a:spLocks noGrp="1"/>
          </p:cNvSpPr>
          <p:nvPr>
            <p:ph type="ftr" sz="quarter" idx="10"/>
          </p:nvPr>
        </p:nvSpPr>
        <p:spPr/>
        <p:txBody>
          <a:bodyPr/>
          <a:lstStyle>
            <a:lvl1pPr>
              <a:defRPr/>
            </a:lvl1pPr>
          </a:lstStyle>
          <a:p>
            <a:pPr>
              <a:defRPr/>
            </a:pPr>
            <a:endParaRPr lang="en-US"/>
          </a:p>
          <a:p>
            <a:pPr>
              <a:defRPr/>
            </a:pPr>
            <a:r>
              <a:rPr lang="en-US"/>
              <a:t> Add a footer 	</a:t>
            </a:r>
          </a:p>
          <a:p>
            <a:pPr>
              <a:defRPr/>
            </a:pPr>
            <a:endParaRPr lang="en-US"/>
          </a:p>
        </p:txBody>
      </p:sp>
      <p:sp>
        <p:nvSpPr>
          <p:cNvPr id="3" name="Slide Number Placeholder 6">
            <a:extLst>
              <a:ext uri="{FF2B5EF4-FFF2-40B4-BE49-F238E27FC236}">
                <a16:creationId xmlns:a16="http://schemas.microsoft.com/office/drawing/2014/main" id="{C96ED36A-96B0-BC5F-0720-E4974F019C7E}"/>
              </a:ext>
            </a:extLst>
          </p:cNvPr>
          <p:cNvSpPr>
            <a:spLocks noGrp="1"/>
          </p:cNvSpPr>
          <p:nvPr>
            <p:ph type="sldNum" sz="quarter" idx="11"/>
          </p:nvPr>
        </p:nvSpPr>
        <p:spPr/>
        <p:txBody>
          <a:bodyPr/>
          <a:lstStyle>
            <a:lvl1pPr>
              <a:defRPr/>
            </a:lvl1pPr>
          </a:lstStyle>
          <a:p>
            <a:pPr>
              <a:defRPr/>
            </a:pPr>
            <a:fld id="{18001E4A-93BA-4FBA-97D0-0DB0413D9D59}" type="slidenum">
              <a:rPr lang="en-US"/>
              <a:pPr>
                <a:defRPr/>
              </a:pPr>
              <a:t>‹#›</a:t>
            </a:fld>
            <a:endParaRPr lang="en-US" dirty="0"/>
          </a:p>
        </p:txBody>
      </p:sp>
      <p:sp>
        <p:nvSpPr>
          <p:cNvPr id="4" name="Date Placeholder 3">
            <a:extLst>
              <a:ext uri="{FF2B5EF4-FFF2-40B4-BE49-F238E27FC236}">
                <a16:creationId xmlns:a16="http://schemas.microsoft.com/office/drawing/2014/main" id="{1C310654-368E-BD80-5FBD-0A3BA32C51BC}"/>
              </a:ext>
            </a:extLst>
          </p:cNvPr>
          <p:cNvSpPr>
            <a:spLocks noGrp="1"/>
          </p:cNvSpPr>
          <p:nvPr>
            <p:ph type="dt" sz="half" idx="12"/>
          </p:nvPr>
        </p:nvSpPr>
        <p:spPr/>
        <p:txBody>
          <a:bodyPr/>
          <a:lstStyle>
            <a:lvl1pPr>
              <a:defRPr/>
            </a:lvl1pPr>
          </a:lstStyle>
          <a:p>
            <a:pPr>
              <a:defRPr/>
            </a:pPr>
            <a:r>
              <a:rPr lang="en-US"/>
              <a:t>7/14/2018</a:t>
            </a:r>
          </a:p>
        </p:txBody>
      </p:sp>
    </p:spTree>
    <p:extLst>
      <p:ext uri="{BB962C8B-B14F-4D97-AF65-F5344CB8AC3E}">
        <p14:creationId xmlns:p14="http://schemas.microsoft.com/office/powerpoint/2010/main" val="1863342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20A49E-9A33-826F-63C2-EB1D61D2C690}"/>
              </a:ext>
            </a:extLst>
          </p:cNvPr>
          <p:cNvSpPr>
            <a:spLocks noGrp="1"/>
          </p:cNvSpPr>
          <p:nvPr>
            <p:ph type="title"/>
          </p:nvPr>
        </p:nvSpPr>
        <p:spPr>
          <a:xfrm>
            <a:off x="252413" y="1123950"/>
            <a:ext cx="2947987" cy="4600575"/>
          </a:xfrm>
          <a:prstGeom prst="rect">
            <a:avLst/>
          </a:prstGeom>
        </p:spPr>
        <p:txBody>
          <a:bodyPr vert="horz" lIns="91440" tIns="45720" rIns="91440" bIns="45720" rtlCol="0" anchor="ctr">
            <a:normAutofit/>
          </a:bodyPr>
          <a:lstStyle/>
          <a:p>
            <a:r>
              <a:rPr lang="en-US" noProof="0"/>
              <a:t>Click to edit Master title style</a:t>
            </a:r>
          </a:p>
        </p:txBody>
      </p:sp>
      <p:sp>
        <p:nvSpPr>
          <p:cNvPr id="1027" name="Text Placeholder 2">
            <a:extLst>
              <a:ext uri="{FF2B5EF4-FFF2-40B4-BE49-F238E27FC236}">
                <a16:creationId xmlns:a16="http://schemas.microsoft.com/office/drawing/2014/main" id="{D5780C39-5C27-6BEC-BB9E-109B98E16CA7}"/>
              </a:ext>
            </a:extLst>
          </p:cNvPr>
          <p:cNvSpPr>
            <a:spLocks noGrp="1" noChangeArrowheads="1"/>
          </p:cNvSpPr>
          <p:nvPr>
            <p:ph type="body" idx="1"/>
          </p:nvPr>
        </p:nvSpPr>
        <p:spPr bwMode="auto">
          <a:xfrm>
            <a:off x="3868738" y="863600"/>
            <a:ext cx="7315200"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PR"/>
              <a:t>Click to edit Master text styles</a:t>
            </a:r>
          </a:p>
          <a:p>
            <a:pPr lvl="1"/>
            <a:r>
              <a:rPr lang="en-US" altLang="en-PR"/>
              <a:t>Second level</a:t>
            </a:r>
          </a:p>
          <a:p>
            <a:pPr lvl="2"/>
            <a:r>
              <a:rPr lang="en-US" altLang="en-PR"/>
              <a:t>Third level</a:t>
            </a:r>
          </a:p>
          <a:p>
            <a:pPr lvl="3"/>
            <a:r>
              <a:rPr lang="en-US" altLang="en-PR"/>
              <a:t>Fourth level</a:t>
            </a:r>
          </a:p>
          <a:p>
            <a:pPr lvl="4"/>
            <a:r>
              <a:rPr lang="en-US" altLang="en-PR"/>
              <a:t>Fifth level</a:t>
            </a:r>
          </a:p>
        </p:txBody>
      </p:sp>
      <p:sp>
        <p:nvSpPr>
          <p:cNvPr id="4" name="Date Placeholder 3">
            <a:extLst>
              <a:ext uri="{FF2B5EF4-FFF2-40B4-BE49-F238E27FC236}">
                <a16:creationId xmlns:a16="http://schemas.microsoft.com/office/drawing/2014/main" id="{CC7846DE-5F3C-D3E1-27FF-AC6C4F031764}"/>
              </a:ext>
            </a:extLst>
          </p:cNvPr>
          <p:cNvSpPr>
            <a:spLocks noGrp="1"/>
          </p:cNvSpPr>
          <p:nvPr>
            <p:ph type="dt" sz="half" idx="2"/>
          </p:nvPr>
        </p:nvSpPr>
        <p:spPr>
          <a:xfrm>
            <a:off x="261938"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100" dirty="0">
                <a:solidFill>
                  <a:schemeClr val="bg2"/>
                </a:solidFill>
                <a:latin typeface="+mn-lt"/>
              </a:defRPr>
            </a:lvl1pPr>
          </a:lstStyle>
          <a:p>
            <a:pPr>
              <a:defRPr/>
            </a:pPr>
            <a:r>
              <a:rPr lang="en-US"/>
              <a:t>7/14/2018</a:t>
            </a:r>
          </a:p>
        </p:txBody>
      </p:sp>
      <p:sp>
        <p:nvSpPr>
          <p:cNvPr id="5" name="Footer Placeholder 4">
            <a:extLst>
              <a:ext uri="{FF2B5EF4-FFF2-40B4-BE49-F238E27FC236}">
                <a16:creationId xmlns:a16="http://schemas.microsoft.com/office/drawing/2014/main" id="{79730BAF-6E6E-621B-69F5-BDB6C711B3F3}"/>
              </a:ext>
            </a:extLst>
          </p:cNvPr>
          <p:cNvSpPr>
            <a:spLocks noGrp="1"/>
          </p:cNvSpPr>
          <p:nvPr>
            <p:ph type="ftr" sz="quarter" idx="3"/>
          </p:nvPr>
        </p:nvSpPr>
        <p:spPr>
          <a:xfrm>
            <a:off x="3868738" y="6356350"/>
            <a:ext cx="5911850" cy="365125"/>
          </a:xfrm>
          <a:prstGeom prst="rect">
            <a:avLst/>
          </a:prstGeom>
        </p:spPr>
        <p:txBody>
          <a:bodyPr vert="horz" lIns="91440" tIns="45720" rIns="91440" bIns="45720" rtlCol="0" anchor="ctr"/>
          <a:lstStyle>
            <a:lvl1pPr algn="l" eaLnBrk="1" fontAlgn="auto" hangingPunct="1">
              <a:spcBef>
                <a:spcPts val="0"/>
              </a:spcBef>
              <a:spcAft>
                <a:spcPts val="0"/>
              </a:spcAft>
              <a:defRPr sz="1100" dirty="0">
                <a:solidFill>
                  <a:schemeClr val="bg2"/>
                </a:solidFill>
                <a:latin typeface="+mn-lt"/>
              </a:defRPr>
            </a:lvl1pPr>
          </a:lstStyle>
          <a:p>
            <a:pPr>
              <a:defRPr/>
            </a:pPr>
            <a:endParaRPr lang="en-US"/>
          </a:p>
          <a:p>
            <a:pPr>
              <a:defRPr/>
            </a:pPr>
            <a:r>
              <a:rPr lang="en-US"/>
              <a:t> Add a footer 	</a:t>
            </a:r>
          </a:p>
          <a:p>
            <a:pPr>
              <a:defRPr/>
            </a:pPr>
            <a:endParaRPr lang="en-US"/>
          </a:p>
        </p:txBody>
      </p:sp>
      <p:sp>
        <p:nvSpPr>
          <p:cNvPr id="6" name="Slide Number Placeholder 5">
            <a:extLst>
              <a:ext uri="{FF2B5EF4-FFF2-40B4-BE49-F238E27FC236}">
                <a16:creationId xmlns:a16="http://schemas.microsoft.com/office/drawing/2014/main" id="{B05B737D-7C30-EC39-A19C-F0C681CD1B1A}"/>
              </a:ext>
            </a:extLst>
          </p:cNvPr>
          <p:cNvSpPr>
            <a:spLocks noGrp="1"/>
          </p:cNvSpPr>
          <p:nvPr>
            <p:ph type="sldNum" sz="quarter" idx="4"/>
          </p:nvPr>
        </p:nvSpPr>
        <p:spPr>
          <a:xfrm>
            <a:off x="10634663" y="6356350"/>
            <a:ext cx="1530350" cy="365125"/>
          </a:xfrm>
          <a:prstGeom prst="rect">
            <a:avLst/>
          </a:prstGeom>
        </p:spPr>
        <p:txBody>
          <a:bodyPr vert="horz" lIns="91440" tIns="45720" rIns="91440" bIns="45720" rtlCol="0" anchor="ctr"/>
          <a:lstStyle>
            <a:lvl1pPr algn="r" eaLnBrk="1" fontAlgn="auto" hangingPunct="1">
              <a:spcBef>
                <a:spcPts val="0"/>
              </a:spcBef>
              <a:spcAft>
                <a:spcPts val="0"/>
              </a:spcAft>
              <a:defRPr sz="1200" b="1" smtClean="0">
                <a:solidFill>
                  <a:schemeClr val="bg2"/>
                </a:solidFill>
                <a:latin typeface="+mn-lt"/>
              </a:defRPr>
            </a:lvl1pPr>
          </a:lstStyle>
          <a:p>
            <a:pPr>
              <a:defRPr/>
            </a:pPr>
            <a:fld id="{8C152A65-CF1C-4EE5-84C6-9D9155A712E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Lst>
  <p:txStyles>
    <p:titleStyle>
      <a:lvl1pPr algn="l" rtl="0" fontAlgn="base">
        <a:lnSpc>
          <a:spcPct val="90000"/>
        </a:lnSpc>
        <a:spcBef>
          <a:spcPct val="0"/>
        </a:spcBef>
        <a:spcAft>
          <a:spcPct val="0"/>
        </a:spcAft>
        <a:defRPr sz="3600" kern="1200" spc="-60">
          <a:solidFill>
            <a:schemeClr val="bg2"/>
          </a:solidFill>
          <a:latin typeface="+mj-lt"/>
          <a:ea typeface="+mj-ea"/>
          <a:cs typeface="+mj-cs"/>
        </a:defRPr>
      </a:lvl1pPr>
      <a:lvl2pPr algn="l" rtl="0" fontAlgn="base">
        <a:lnSpc>
          <a:spcPct val="90000"/>
        </a:lnSpc>
        <a:spcBef>
          <a:spcPct val="0"/>
        </a:spcBef>
        <a:spcAft>
          <a:spcPct val="0"/>
        </a:spcAft>
        <a:defRPr sz="3600">
          <a:solidFill>
            <a:schemeClr val="bg2"/>
          </a:solidFill>
          <a:latin typeface="Arial" panose="020B0604020202020204" pitchFamily="34" charset="0"/>
        </a:defRPr>
      </a:lvl2pPr>
      <a:lvl3pPr algn="l" rtl="0" fontAlgn="base">
        <a:lnSpc>
          <a:spcPct val="90000"/>
        </a:lnSpc>
        <a:spcBef>
          <a:spcPct val="0"/>
        </a:spcBef>
        <a:spcAft>
          <a:spcPct val="0"/>
        </a:spcAft>
        <a:defRPr sz="3600">
          <a:solidFill>
            <a:schemeClr val="bg2"/>
          </a:solidFill>
          <a:latin typeface="Arial" panose="020B0604020202020204" pitchFamily="34" charset="0"/>
        </a:defRPr>
      </a:lvl3pPr>
      <a:lvl4pPr algn="l" rtl="0" fontAlgn="base">
        <a:lnSpc>
          <a:spcPct val="90000"/>
        </a:lnSpc>
        <a:spcBef>
          <a:spcPct val="0"/>
        </a:spcBef>
        <a:spcAft>
          <a:spcPct val="0"/>
        </a:spcAft>
        <a:defRPr sz="3600">
          <a:solidFill>
            <a:schemeClr val="bg2"/>
          </a:solidFill>
          <a:latin typeface="Arial" panose="020B0604020202020204" pitchFamily="34" charset="0"/>
        </a:defRPr>
      </a:lvl4pPr>
      <a:lvl5pPr algn="l" rtl="0" fontAlgn="base">
        <a:lnSpc>
          <a:spcPct val="90000"/>
        </a:lnSpc>
        <a:spcBef>
          <a:spcPct val="0"/>
        </a:spcBef>
        <a:spcAft>
          <a:spcPct val="0"/>
        </a:spcAft>
        <a:defRPr sz="3600">
          <a:solidFill>
            <a:schemeClr val="bg2"/>
          </a:solidFill>
          <a:latin typeface="Arial" panose="020B0604020202020204" pitchFamily="34" charset="0"/>
        </a:defRPr>
      </a:lvl5pPr>
      <a:lvl6pPr marL="457200" algn="l" rtl="0" fontAlgn="base">
        <a:lnSpc>
          <a:spcPct val="90000"/>
        </a:lnSpc>
        <a:spcBef>
          <a:spcPct val="0"/>
        </a:spcBef>
        <a:spcAft>
          <a:spcPct val="0"/>
        </a:spcAft>
        <a:defRPr sz="3600">
          <a:solidFill>
            <a:schemeClr val="bg2"/>
          </a:solidFill>
          <a:latin typeface="Arial" panose="020B0604020202020204" pitchFamily="34" charset="0"/>
        </a:defRPr>
      </a:lvl6pPr>
      <a:lvl7pPr marL="914400" algn="l" rtl="0" fontAlgn="base">
        <a:lnSpc>
          <a:spcPct val="90000"/>
        </a:lnSpc>
        <a:spcBef>
          <a:spcPct val="0"/>
        </a:spcBef>
        <a:spcAft>
          <a:spcPct val="0"/>
        </a:spcAft>
        <a:defRPr sz="3600">
          <a:solidFill>
            <a:schemeClr val="bg2"/>
          </a:solidFill>
          <a:latin typeface="Arial" panose="020B0604020202020204" pitchFamily="34" charset="0"/>
        </a:defRPr>
      </a:lvl7pPr>
      <a:lvl8pPr marL="1371600" algn="l" rtl="0" fontAlgn="base">
        <a:lnSpc>
          <a:spcPct val="90000"/>
        </a:lnSpc>
        <a:spcBef>
          <a:spcPct val="0"/>
        </a:spcBef>
        <a:spcAft>
          <a:spcPct val="0"/>
        </a:spcAft>
        <a:defRPr sz="3600">
          <a:solidFill>
            <a:schemeClr val="bg2"/>
          </a:solidFill>
          <a:latin typeface="Arial" panose="020B0604020202020204" pitchFamily="34" charset="0"/>
        </a:defRPr>
      </a:lvl8pPr>
      <a:lvl9pPr marL="1828800" algn="l" rtl="0" fontAlgn="base">
        <a:lnSpc>
          <a:spcPct val="90000"/>
        </a:lnSpc>
        <a:spcBef>
          <a:spcPct val="0"/>
        </a:spcBef>
        <a:spcAft>
          <a:spcPct val="0"/>
        </a:spcAft>
        <a:defRPr sz="3600">
          <a:solidFill>
            <a:schemeClr val="bg2"/>
          </a:solidFill>
          <a:latin typeface="Arial" panose="020B0604020202020204" pitchFamily="34" charset="0"/>
        </a:defRPr>
      </a:lvl9pPr>
    </p:titleStyle>
    <p:bodyStyle>
      <a:lvl1pPr marL="182563" indent="-182563" algn="l" rtl="0" fontAlgn="base">
        <a:lnSpc>
          <a:spcPct val="90000"/>
        </a:lnSpc>
        <a:spcBef>
          <a:spcPts val="1200"/>
        </a:spcBef>
        <a:spcAft>
          <a:spcPct val="0"/>
        </a:spcAft>
        <a:buClr>
          <a:schemeClr val="accent1"/>
        </a:buClr>
        <a:buFont typeface="Wingdings 2" panose="05020102010507070707" pitchFamily="18" charset="2"/>
        <a:buChar char=""/>
        <a:defRPr sz="2000" kern="1200">
          <a:solidFill>
            <a:srgbClr val="FFFFFF"/>
          </a:solidFill>
          <a:latin typeface="+mn-lt"/>
          <a:ea typeface="+mn-ea"/>
          <a:cs typeface="+mn-cs"/>
        </a:defRPr>
      </a:lvl1pPr>
      <a:lvl2pPr marL="685800" indent="-182563" algn="l" rtl="0" fontAlgn="base">
        <a:lnSpc>
          <a:spcPct val="90000"/>
        </a:lnSpc>
        <a:spcBef>
          <a:spcPts val="250"/>
        </a:spcBef>
        <a:spcAft>
          <a:spcPts val="250"/>
        </a:spcAft>
        <a:buClr>
          <a:schemeClr val="accent1"/>
        </a:buClr>
        <a:buFont typeface="Wingdings 2" panose="05020102010507070707" pitchFamily="18" charset="2"/>
        <a:buChar char=""/>
        <a:defRPr kern="1200">
          <a:solidFill>
            <a:srgbClr val="FFFFFF"/>
          </a:solidFill>
          <a:latin typeface="+mn-lt"/>
          <a:ea typeface="+mn-ea"/>
          <a:cs typeface="+mn-cs"/>
        </a:defRPr>
      </a:lvl2pPr>
      <a:lvl3pPr marL="1143000" indent="-182563" algn="l" rtl="0" fontAlgn="base">
        <a:lnSpc>
          <a:spcPct val="90000"/>
        </a:lnSpc>
        <a:spcBef>
          <a:spcPts val="250"/>
        </a:spcBef>
        <a:spcAft>
          <a:spcPts val="250"/>
        </a:spcAft>
        <a:buClr>
          <a:schemeClr val="accent1"/>
        </a:buClr>
        <a:buFont typeface="Wingdings 2" panose="05020102010507070707" pitchFamily="18" charset="2"/>
        <a:buChar char=""/>
        <a:defRPr sz="1600" kern="1200">
          <a:solidFill>
            <a:srgbClr val="FFFFFF"/>
          </a:solidFill>
          <a:latin typeface="+mn-lt"/>
          <a:ea typeface="+mn-ea"/>
          <a:cs typeface="+mn-cs"/>
        </a:defRPr>
      </a:lvl3pPr>
      <a:lvl4pPr marL="1600200" indent="-182563" algn="l" rtl="0" fontAlgn="base">
        <a:lnSpc>
          <a:spcPct val="90000"/>
        </a:lnSpc>
        <a:spcBef>
          <a:spcPts val="250"/>
        </a:spcBef>
        <a:spcAft>
          <a:spcPts val="250"/>
        </a:spcAft>
        <a:buClr>
          <a:schemeClr val="accent1"/>
        </a:buClr>
        <a:buFont typeface="Wingdings 2" panose="05020102010507070707" pitchFamily="18" charset="2"/>
        <a:buChar char=""/>
        <a:defRPr sz="1400" kern="1200">
          <a:solidFill>
            <a:srgbClr val="FFFFFF"/>
          </a:solidFill>
          <a:latin typeface="+mn-lt"/>
          <a:ea typeface="+mn-ea"/>
          <a:cs typeface="+mn-cs"/>
        </a:defRPr>
      </a:lvl4pPr>
      <a:lvl5pPr marL="2057400" indent="-182563" algn="l" rtl="0" fontAlgn="base">
        <a:lnSpc>
          <a:spcPct val="90000"/>
        </a:lnSpc>
        <a:spcBef>
          <a:spcPts val="250"/>
        </a:spcBef>
        <a:spcAft>
          <a:spcPts val="250"/>
        </a:spcAft>
        <a:buClr>
          <a:schemeClr val="accent1"/>
        </a:buClr>
        <a:buFont typeface="Wingdings 2" panose="05020102010507070707" pitchFamily="18" charset="2"/>
        <a:buChar char=""/>
        <a:defRPr sz="1400" kern="1200">
          <a:solidFill>
            <a:srgbClr val="FFFFFF"/>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5.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 name="Rectangle 14" descr="&quot;&quot;">
            <a:extLst>
              <a:ext uri="{FF2B5EF4-FFF2-40B4-BE49-F238E27FC236}">
                <a16:creationId xmlns:a16="http://schemas.microsoft.com/office/drawing/2014/main" id="{8995F5F1-4AF6-9626-183D-BAFFB10F7861}"/>
              </a:ext>
            </a:extLst>
          </p:cNvPr>
          <p:cNvSpPr/>
          <p:nvPr/>
        </p:nvSpPr>
        <p:spPr>
          <a:xfrm>
            <a:off x="0" y="762000"/>
            <a:ext cx="3200400" cy="5334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R"/>
          </a:p>
        </p:txBody>
      </p:sp>
      <p:pic>
        <p:nvPicPr>
          <p:cNvPr id="5" name="Graphic 4" descr="Group">
            <a:extLst>
              <a:ext uri="{FF2B5EF4-FFF2-40B4-BE49-F238E27FC236}">
                <a16:creationId xmlns:a16="http://schemas.microsoft.com/office/drawing/2014/main" id="{C92A9D0E-86C0-BAE6-5481-A1E7ABA9687E}"/>
              </a:ext>
            </a:extLst>
          </p:cNvPr>
          <p:cNvPicPr>
            <a:picLocks noChangeAspect="1"/>
          </p:cNvPicPr>
          <p:nvPr/>
        </p:nvPicPr>
        <p:blipFill>
          <a:blip r:embed="rId3"/>
          <a:stretch>
            <a:fillRect/>
          </a:stretch>
        </p:blipFill>
        <p:spPr bwMode="black">
          <a:xfrm>
            <a:off x="808038" y="2636838"/>
            <a:ext cx="1584325" cy="1584325"/>
          </a:xfrm>
          <a:prstGeom prst="rect">
            <a:avLst/>
          </a:prstGeom>
        </p:spPr>
      </p:pic>
      <p:sp>
        <p:nvSpPr>
          <p:cNvPr id="13" name="Rectangle 12" descr="&quot;&quot;">
            <a:extLst>
              <a:ext uri="{FF2B5EF4-FFF2-40B4-BE49-F238E27FC236}">
                <a16:creationId xmlns:a16="http://schemas.microsoft.com/office/drawing/2014/main" id="{2AB37391-E683-7E78-E597-4D291D3D5A99}"/>
              </a:ext>
            </a:extLst>
          </p:cNvPr>
          <p:cNvSpPr/>
          <p:nvPr/>
        </p:nvSpPr>
        <p:spPr>
          <a:xfrm>
            <a:off x="3289300" y="762000"/>
            <a:ext cx="8902700" cy="38322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dirty="0"/>
          </a:p>
        </p:txBody>
      </p:sp>
      <p:sp>
        <p:nvSpPr>
          <p:cNvPr id="2" name="Title 1">
            <a:extLst>
              <a:ext uri="{FF2B5EF4-FFF2-40B4-BE49-F238E27FC236}">
                <a16:creationId xmlns:a16="http://schemas.microsoft.com/office/drawing/2014/main" id="{25E9E0A4-6B2A-91B9-E003-DD7773E58864}"/>
              </a:ext>
            </a:extLst>
          </p:cNvPr>
          <p:cNvSpPr>
            <a:spLocks noGrp="1"/>
          </p:cNvSpPr>
          <p:nvPr>
            <p:ph type="ctrTitle"/>
          </p:nvPr>
        </p:nvSpPr>
        <p:spPr>
          <a:xfrm>
            <a:off x="3722688" y="1298575"/>
            <a:ext cx="7188200" cy="2922588"/>
          </a:xfrm>
        </p:spPr>
        <p:txBody>
          <a:bodyPr/>
          <a:lstStyle/>
          <a:p>
            <a:pPr fontAlgn="auto">
              <a:spcAft>
                <a:spcPts val="0"/>
              </a:spcAft>
              <a:defRPr/>
            </a:pPr>
            <a:r>
              <a:rPr lang="en-US" dirty="0"/>
              <a:t>El </a:t>
            </a:r>
            <a:r>
              <a:rPr lang="en-US" dirty="0" err="1"/>
              <a:t>Modelo</a:t>
            </a:r>
            <a:r>
              <a:rPr lang="en-US" dirty="0"/>
              <a:t> Grow </a:t>
            </a:r>
            <a:r>
              <a:rPr lang="en-US" dirty="0" err="1"/>
              <a:t>en</a:t>
            </a:r>
            <a:r>
              <a:rPr lang="en-US" dirty="0"/>
              <a:t> la </a:t>
            </a:r>
            <a:r>
              <a:rPr lang="en-US" dirty="0" err="1"/>
              <a:t>Escuelas</a:t>
            </a:r>
            <a:endParaRPr lang="en-ZA" dirty="0"/>
          </a:p>
        </p:txBody>
      </p:sp>
      <p:sp>
        <p:nvSpPr>
          <p:cNvPr id="11" name="Rectangle 10" descr="&quot;&quot;">
            <a:extLst>
              <a:ext uri="{FF2B5EF4-FFF2-40B4-BE49-F238E27FC236}">
                <a16:creationId xmlns:a16="http://schemas.microsoft.com/office/drawing/2014/main" id="{B9E27C0D-B54F-174C-91D7-AFF1BD5471EC}"/>
              </a:ext>
            </a:extLst>
          </p:cNvPr>
          <p:cNvSpPr/>
          <p:nvPr/>
        </p:nvSpPr>
        <p:spPr>
          <a:xfrm>
            <a:off x="3289300" y="4668838"/>
            <a:ext cx="8902700" cy="14271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eaLnBrk="1" fontAlgn="auto" hangingPunct="1">
              <a:spcBef>
                <a:spcPts val="0"/>
              </a:spcBef>
              <a:spcAft>
                <a:spcPts val="0"/>
              </a:spcAft>
              <a:defRPr/>
            </a:pPr>
            <a:endParaRPr lang="en-US" sz="100" dirty="0"/>
          </a:p>
        </p:txBody>
      </p:sp>
      <p:sp>
        <p:nvSpPr>
          <p:cNvPr id="3" name="Subtitle 2">
            <a:extLst>
              <a:ext uri="{FF2B5EF4-FFF2-40B4-BE49-F238E27FC236}">
                <a16:creationId xmlns:a16="http://schemas.microsoft.com/office/drawing/2014/main" id="{C001F65A-6E27-B219-4C03-670CB4A2A0F2}"/>
              </a:ext>
            </a:extLst>
          </p:cNvPr>
          <p:cNvSpPr>
            <a:spLocks noGrp="1"/>
          </p:cNvSpPr>
          <p:nvPr>
            <p:ph type="subTitle" idx="1"/>
          </p:nvPr>
        </p:nvSpPr>
        <p:spPr>
          <a:xfrm>
            <a:off x="3722688" y="4876800"/>
            <a:ext cx="7188200" cy="914400"/>
          </a:xfrm>
        </p:spPr>
        <p:txBody>
          <a:bodyPr rtlCol="0">
            <a:normAutofit fontScale="70000" lnSpcReduction="20000"/>
          </a:bodyPr>
          <a:lstStyle/>
          <a:p>
            <a:pPr fontAlgn="auto">
              <a:spcAft>
                <a:spcPts val="0"/>
              </a:spcAft>
              <a:defRPr/>
            </a:pPr>
            <a:r>
              <a:rPr lang="en-US" dirty="0"/>
              <a:t>Dr. Héctor J. Corraliza Montero</a:t>
            </a:r>
          </a:p>
          <a:p>
            <a:pPr fontAlgn="auto">
              <a:spcAft>
                <a:spcPts val="0"/>
              </a:spcAft>
              <a:defRPr/>
            </a:pPr>
            <a:r>
              <a:rPr lang="en-US" dirty="0" err="1"/>
              <a:t>Facilitador</a:t>
            </a:r>
            <a:r>
              <a:rPr lang="en-US" dirty="0"/>
              <a:t> </a:t>
            </a:r>
            <a:r>
              <a:rPr lang="en-US" dirty="0" err="1"/>
              <a:t>Docente</a:t>
            </a:r>
            <a:r>
              <a:rPr lang="en-US" dirty="0"/>
              <a:t> de </a:t>
            </a:r>
            <a:r>
              <a:rPr lang="en-US" dirty="0" err="1"/>
              <a:t>Matemáticas</a:t>
            </a:r>
            <a:endParaRPr lang="en-US" dirty="0"/>
          </a:p>
          <a:p>
            <a:pPr fontAlgn="auto">
              <a:spcAft>
                <a:spcPts val="0"/>
              </a:spcAft>
              <a:defRPr/>
            </a:pPr>
            <a:r>
              <a:rPr lang="en-US" dirty="0"/>
              <a:t>ORE-Ponce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646FE-BC26-C786-DC93-87DD5333F652}"/>
              </a:ext>
            </a:extLst>
          </p:cNvPr>
          <p:cNvSpPr>
            <a:spLocks noGrp="1"/>
          </p:cNvSpPr>
          <p:nvPr>
            <p:ph type="title"/>
          </p:nvPr>
        </p:nvSpPr>
        <p:spPr>
          <a:xfrm>
            <a:off x="252413" y="2044700"/>
            <a:ext cx="2947987" cy="3679825"/>
          </a:xfrm>
        </p:spPr>
        <p:txBody>
          <a:bodyPr/>
          <a:lstStyle/>
          <a:p>
            <a:pPr fontAlgn="auto">
              <a:spcAft>
                <a:spcPts val="0"/>
              </a:spcAft>
              <a:defRPr/>
            </a:pPr>
            <a:r>
              <a:rPr lang="en-US" dirty="0" err="1"/>
              <a:t>Reflexión</a:t>
            </a:r>
            <a:r>
              <a:rPr lang="en-US" dirty="0"/>
              <a:t>:</a:t>
            </a:r>
            <a:br>
              <a:rPr lang="en-US" dirty="0"/>
            </a:br>
            <a:r>
              <a:rPr lang="en-US" dirty="0"/>
              <a:t>El </a:t>
            </a:r>
            <a:r>
              <a:rPr lang="en-US" dirty="0" err="1"/>
              <a:t>mundo</a:t>
            </a:r>
            <a:r>
              <a:rPr lang="en-US" dirty="0"/>
              <a:t> </a:t>
            </a:r>
            <a:r>
              <a:rPr lang="en-US" dirty="0" err="1"/>
              <a:t>cambio</a:t>
            </a:r>
            <a:r>
              <a:rPr lang="en-US" dirty="0"/>
              <a:t> la </a:t>
            </a:r>
            <a:r>
              <a:rPr lang="en-US" dirty="0" err="1"/>
              <a:t>educación</a:t>
            </a:r>
            <a:r>
              <a:rPr lang="en-US" dirty="0"/>
              <a:t> </a:t>
            </a:r>
            <a:r>
              <a:rPr lang="en-US" dirty="0" err="1"/>
              <a:t>también</a:t>
            </a:r>
            <a:endParaRPr lang="en-US" dirty="0"/>
          </a:p>
        </p:txBody>
      </p:sp>
      <p:pic>
        <p:nvPicPr>
          <p:cNvPr id="5" name="El mundo cambió, la educación también">
            <a:hlinkClick r:id="" action="ppaction://media"/>
            <a:extLst>
              <a:ext uri="{FF2B5EF4-FFF2-40B4-BE49-F238E27FC236}">
                <a16:creationId xmlns:a16="http://schemas.microsoft.com/office/drawing/2014/main" id="{DA3A37EB-C751-0C60-A650-7102BEF6456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868738" y="1368425"/>
            <a:ext cx="7315200" cy="411162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382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35161-3B81-A1D8-C49F-D18722B8325A}"/>
              </a:ext>
            </a:extLst>
          </p:cNvPr>
          <p:cNvSpPr>
            <a:spLocks noGrp="1"/>
          </p:cNvSpPr>
          <p:nvPr>
            <p:ph type="title"/>
          </p:nvPr>
        </p:nvSpPr>
        <p:spPr>
          <a:xfrm>
            <a:off x="252919" y="2043953"/>
            <a:ext cx="2947482" cy="3681067"/>
          </a:xfrm>
        </p:spPr>
        <p:txBody>
          <a:bodyPr anchor="ctr">
            <a:normAutofit/>
          </a:bodyPr>
          <a:lstStyle/>
          <a:p>
            <a:r>
              <a:rPr lang="es-PR" dirty="0"/>
              <a:t>Propósito del Taller</a:t>
            </a:r>
            <a:endParaRPr lang="en-PR" dirty="0"/>
          </a:p>
        </p:txBody>
      </p:sp>
      <p:graphicFrame>
        <p:nvGraphicFramePr>
          <p:cNvPr id="5" name="Content Placeholder 2">
            <a:extLst>
              <a:ext uri="{FF2B5EF4-FFF2-40B4-BE49-F238E27FC236}">
                <a16:creationId xmlns:a16="http://schemas.microsoft.com/office/drawing/2014/main" id="{54120E08-E930-D9E7-34B3-5062A8F7F57D}"/>
              </a:ext>
            </a:extLst>
          </p:cNvPr>
          <p:cNvGraphicFramePr>
            <a:graphicFrameLocks noGrp="1"/>
          </p:cNvGraphicFramePr>
          <p:nvPr>
            <p:ph idx="1"/>
            <p:extLst>
              <p:ext uri="{D42A27DB-BD31-4B8C-83A1-F6EECF244321}">
                <p14:modId xmlns:p14="http://schemas.microsoft.com/office/powerpoint/2010/main" val="1940383679"/>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4834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FC31-4964-EC9A-EBBB-1AB2DEFA8554}"/>
              </a:ext>
            </a:extLst>
          </p:cNvPr>
          <p:cNvSpPr>
            <a:spLocks noGrp="1"/>
          </p:cNvSpPr>
          <p:nvPr>
            <p:ph type="title"/>
          </p:nvPr>
        </p:nvSpPr>
        <p:spPr>
          <a:xfrm>
            <a:off x="8983566" y="2345167"/>
            <a:ext cx="2947482" cy="3376355"/>
          </a:xfrm>
        </p:spPr>
        <p:txBody>
          <a:bodyPr anchor="ctr">
            <a:normAutofit/>
          </a:bodyPr>
          <a:lstStyle/>
          <a:p>
            <a:r>
              <a:rPr lang="es-PR" dirty="0"/>
              <a:t>Visión del DEPR</a:t>
            </a:r>
            <a:endParaRPr lang="en-PR" dirty="0"/>
          </a:p>
        </p:txBody>
      </p:sp>
      <p:graphicFrame>
        <p:nvGraphicFramePr>
          <p:cNvPr id="5" name="Content Placeholder 2">
            <a:extLst>
              <a:ext uri="{FF2B5EF4-FFF2-40B4-BE49-F238E27FC236}">
                <a16:creationId xmlns:a16="http://schemas.microsoft.com/office/drawing/2014/main" id="{8A5AD28E-5566-810B-5AFB-D45A26493DAA}"/>
              </a:ext>
            </a:extLst>
          </p:cNvPr>
          <p:cNvGraphicFramePr>
            <a:graphicFrameLocks noGrp="1"/>
          </p:cNvGraphicFramePr>
          <p:nvPr>
            <p:ph idx="1"/>
            <p:extLst>
              <p:ext uri="{D42A27DB-BD31-4B8C-83A1-F6EECF244321}">
                <p14:modId xmlns:p14="http://schemas.microsoft.com/office/powerpoint/2010/main" val="2915750420"/>
              </p:ext>
            </p:extLst>
          </p:nvPr>
        </p:nvGraphicFramePr>
        <p:xfrm>
          <a:off x="951134" y="860611"/>
          <a:ext cx="7315200"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180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5C815-974B-C26C-D786-6DA8AB063738}"/>
              </a:ext>
            </a:extLst>
          </p:cNvPr>
          <p:cNvSpPr>
            <a:spLocks noGrp="1"/>
          </p:cNvSpPr>
          <p:nvPr>
            <p:ph type="title"/>
          </p:nvPr>
        </p:nvSpPr>
        <p:spPr>
          <a:xfrm>
            <a:off x="252919" y="2043953"/>
            <a:ext cx="2947482" cy="3681067"/>
          </a:xfrm>
        </p:spPr>
        <p:txBody>
          <a:bodyPr anchor="ctr">
            <a:normAutofit/>
          </a:bodyPr>
          <a:lstStyle/>
          <a:p>
            <a:r>
              <a:rPr lang="es-ES" dirty="0"/>
              <a:t>Cultura del Uso de Datos</a:t>
            </a:r>
            <a:endParaRPr lang="en-PR" dirty="0"/>
          </a:p>
        </p:txBody>
      </p:sp>
      <p:graphicFrame>
        <p:nvGraphicFramePr>
          <p:cNvPr id="5" name="Text Placeholder 2">
            <a:extLst>
              <a:ext uri="{FF2B5EF4-FFF2-40B4-BE49-F238E27FC236}">
                <a16:creationId xmlns:a16="http://schemas.microsoft.com/office/drawing/2014/main" id="{AF9DEB46-4947-A237-B5EA-9961D374FA9D}"/>
              </a:ext>
            </a:extLst>
          </p:cNvPr>
          <p:cNvGraphicFramePr/>
          <p:nvPr>
            <p:extLst>
              <p:ext uri="{D42A27DB-BD31-4B8C-83A1-F6EECF244321}">
                <p14:modId xmlns:p14="http://schemas.microsoft.com/office/powerpoint/2010/main" val="777259981"/>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5285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BA0A-B29B-2201-0910-6BFE16769484}"/>
              </a:ext>
            </a:extLst>
          </p:cNvPr>
          <p:cNvSpPr>
            <a:spLocks noGrp="1"/>
          </p:cNvSpPr>
          <p:nvPr>
            <p:ph type="title"/>
          </p:nvPr>
        </p:nvSpPr>
        <p:spPr>
          <a:xfrm>
            <a:off x="1784350" y="868363"/>
            <a:ext cx="8589963" cy="1435100"/>
          </a:xfrm>
        </p:spPr>
        <p:txBody>
          <a:bodyPr/>
          <a:lstStyle/>
          <a:p>
            <a:pPr fontAlgn="auto">
              <a:spcAft>
                <a:spcPts val="0"/>
              </a:spcAft>
              <a:defRPr/>
            </a:pPr>
            <a:r>
              <a:rPr lang="es-MX" altLang="en-US" b="1" dirty="0">
                <a:solidFill>
                  <a:srgbClr val="002060"/>
                </a:solidFill>
                <a:effectLst>
                  <a:outerShdw blurRad="38100" dist="38100" dir="2700000" algn="tl">
                    <a:srgbClr val="C0C0C0"/>
                  </a:outerShdw>
                </a:effectLst>
                <a:latin typeface="Calibri" panose="020F0502020204030204" pitchFamily="34" charset="0"/>
              </a:rPr>
              <a:t>Qué es el Modelo </a:t>
            </a:r>
            <a:r>
              <a:rPr lang="es-MX" altLang="en-US" b="1" dirty="0" err="1">
                <a:solidFill>
                  <a:srgbClr val="002060"/>
                </a:solidFill>
                <a:effectLst>
                  <a:outerShdw blurRad="38100" dist="38100" dir="2700000" algn="tl">
                    <a:srgbClr val="C0C0C0"/>
                  </a:outerShdw>
                </a:effectLst>
                <a:latin typeface="Calibri" panose="020F0502020204030204" pitchFamily="34" charset="0"/>
              </a:rPr>
              <a:t>Grow</a:t>
            </a:r>
            <a:endParaRPr lang="en-US" dirty="0"/>
          </a:p>
        </p:txBody>
      </p:sp>
      <p:sp>
        <p:nvSpPr>
          <p:cNvPr id="3" name="Text Placeholder 2">
            <a:extLst>
              <a:ext uri="{FF2B5EF4-FFF2-40B4-BE49-F238E27FC236}">
                <a16:creationId xmlns:a16="http://schemas.microsoft.com/office/drawing/2014/main" id="{5406BB84-4FBA-AEBE-AB29-A361BC48D0A7}"/>
              </a:ext>
            </a:extLst>
          </p:cNvPr>
          <p:cNvSpPr>
            <a:spLocks noGrp="1" noChangeArrowheads="1"/>
          </p:cNvSpPr>
          <p:nvPr>
            <p:ph type="body" idx="1"/>
          </p:nvPr>
        </p:nvSpPr>
        <p:spPr>
          <a:xfrm>
            <a:off x="1784350" y="2684463"/>
            <a:ext cx="9120188" cy="3305175"/>
          </a:xfrm>
        </p:spPr>
        <p:txBody>
          <a:bodyPr/>
          <a:lstStyle/>
          <a:p>
            <a:pPr algn="just">
              <a:buFont typeface="Wingdings" panose="05000000000000000000" pitchFamily="2" charset="2"/>
              <a:buNone/>
            </a:pPr>
            <a:r>
              <a:rPr lang="es-ES_tradnl" altLang="en-US" sz="2400">
                <a:solidFill>
                  <a:srgbClr val="1F497D"/>
                </a:solidFill>
                <a:latin typeface="Calibri" panose="020F0502020204030204" pitchFamily="34" charset="0"/>
              </a:rPr>
              <a:t>El Modelo Grow o Proceso Grow es una técnica utilizada para el establecimiento de metas y solución de problemas. Se utiliza también por muchos líderes como una técnica exitosa de desarrollo de colaboradores. </a:t>
            </a:r>
          </a:p>
          <a:p>
            <a:pPr algn="just">
              <a:buFont typeface="Wingdings" panose="05000000000000000000" pitchFamily="2" charset="2"/>
              <a:buNone/>
            </a:pPr>
            <a:endParaRPr lang="es-ES_tradnl" altLang="en-US" sz="2400">
              <a:solidFill>
                <a:srgbClr val="1F497D"/>
              </a:solidFill>
              <a:latin typeface="Calibri" panose="020F0502020204030204" pitchFamily="34" charset="0"/>
            </a:endParaRPr>
          </a:p>
          <a:p>
            <a:pPr algn="just">
              <a:buFont typeface="Wingdings" panose="05000000000000000000" pitchFamily="2" charset="2"/>
              <a:buNone/>
            </a:pPr>
            <a:r>
              <a:rPr lang="es-ES_tradnl" altLang="en-US" sz="2400">
                <a:solidFill>
                  <a:srgbClr val="1F497D"/>
                </a:solidFill>
                <a:latin typeface="Calibri" panose="020F0502020204030204" pitchFamily="34" charset="0"/>
              </a:rPr>
              <a:t>Fue desarrollada en el Reino Unido por Graham Alexander, Alan Fine y Sir John Whitmore y empezó a ser muy utilizada en el mundo corporativo a finales de los 80’s y principios de los 90’s.</a:t>
            </a:r>
          </a:p>
          <a:p>
            <a:endParaRPr lang="en-US" altLang="en-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FF6AD-10EE-1197-CD2B-A6B06A60DB35}"/>
              </a:ext>
            </a:extLst>
          </p:cNvPr>
          <p:cNvSpPr>
            <a:spLocks noGrp="1"/>
          </p:cNvSpPr>
          <p:nvPr>
            <p:ph type="title"/>
          </p:nvPr>
        </p:nvSpPr>
        <p:spPr>
          <a:xfrm>
            <a:off x="1783974" y="868680"/>
            <a:ext cx="8590084" cy="1434906"/>
          </a:xfrm>
        </p:spPr>
        <p:txBody>
          <a:bodyPr anchor="ctr">
            <a:normAutofit/>
          </a:bodyPr>
          <a:lstStyle/>
          <a:p>
            <a:pPr fontAlgn="auto">
              <a:spcAft>
                <a:spcPts val="0"/>
              </a:spcAft>
              <a:defRPr/>
            </a:pPr>
            <a:r>
              <a:rPr lang="en-US" err="1"/>
              <a:t>Continuación</a:t>
            </a:r>
            <a:endParaRPr lang="en-US"/>
          </a:p>
        </p:txBody>
      </p:sp>
      <p:sp>
        <p:nvSpPr>
          <p:cNvPr id="3" name="Content Placeholder 2">
            <a:extLst>
              <a:ext uri="{FF2B5EF4-FFF2-40B4-BE49-F238E27FC236}">
                <a16:creationId xmlns:a16="http://schemas.microsoft.com/office/drawing/2014/main" id="{50A09E56-EE8A-7540-9811-E6C2E627A7C4}"/>
              </a:ext>
            </a:extLst>
          </p:cNvPr>
          <p:cNvSpPr>
            <a:spLocks noGrp="1"/>
          </p:cNvSpPr>
          <p:nvPr>
            <p:ph sz="half" idx="1"/>
          </p:nvPr>
        </p:nvSpPr>
        <p:spPr>
          <a:xfrm>
            <a:off x="472273" y="2684769"/>
            <a:ext cx="5623727" cy="3927046"/>
          </a:xfrm>
        </p:spPr>
        <p:txBody>
          <a:bodyPr wrap="square" rtlCol="0" anchor="ctr">
            <a:noAutofit/>
          </a:bodyPr>
          <a:lstStyle/>
          <a:p>
            <a:pPr marL="182880" indent="-182880" fontAlgn="auto">
              <a:spcAft>
                <a:spcPts val="0"/>
              </a:spcAft>
              <a:buFont typeface="Wingdings" panose="05000000000000000000" pitchFamily="2" charset="2"/>
              <a:buNone/>
              <a:defRPr/>
            </a:pPr>
            <a:r>
              <a:rPr lang="es-ES_tradnl" altLang="en-US" dirty="0">
                <a:highlight>
                  <a:srgbClr val="FFFFFF"/>
                </a:highlight>
              </a:rPr>
              <a:t>Su aplicación pueden ser muy efectiva en diferentes áreas de la vida, como la personal, la vida de pareja o la vida familiar ya que te provee de una metodología estructurada paso a paso que  ayuda a establecer objetivos y facilitar el proceso de solución de problemas asociados con los mismos.</a:t>
            </a:r>
          </a:p>
          <a:p>
            <a:pPr marL="182880" indent="-182880" fontAlgn="auto">
              <a:spcAft>
                <a:spcPts val="0"/>
              </a:spcAft>
              <a:buFont typeface="Wingdings" panose="05000000000000000000" pitchFamily="2" charset="2"/>
              <a:buNone/>
              <a:defRPr/>
            </a:pPr>
            <a:endParaRPr lang="es-ES_tradnl" altLang="en-US" dirty="0">
              <a:highlight>
                <a:srgbClr val="FFFFFF"/>
              </a:highlight>
            </a:endParaRPr>
          </a:p>
          <a:p>
            <a:pPr marL="182880" indent="-182880" fontAlgn="auto">
              <a:spcAft>
                <a:spcPts val="0"/>
              </a:spcAft>
              <a:buFont typeface="Wingdings" panose="05000000000000000000" pitchFamily="2" charset="2"/>
              <a:buNone/>
              <a:defRPr/>
            </a:pPr>
            <a:r>
              <a:rPr lang="es-ES_tradnl" altLang="en-US" dirty="0">
                <a:highlight>
                  <a:srgbClr val="FFFFFF"/>
                </a:highlight>
              </a:rPr>
              <a:t>Otra de las ventajas del Modelo </a:t>
            </a:r>
            <a:r>
              <a:rPr lang="es-ES_tradnl" altLang="en-US" dirty="0" err="1">
                <a:highlight>
                  <a:srgbClr val="FFFFFF"/>
                </a:highlight>
              </a:rPr>
              <a:t>Grow</a:t>
            </a:r>
            <a:r>
              <a:rPr lang="es-ES_tradnl" altLang="en-US" dirty="0">
                <a:highlight>
                  <a:srgbClr val="FFFFFF"/>
                </a:highlight>
              </a:rPr>
              <a:t> es que puede ser utilizado por la mayoría de las personas y quizá su mayor valor se encuentre en lo sencillo y práctico de su aplicación</a:t>
            </a:r>
            <a:endParaRPr lang="en-US" dirty="0">
              <a:highlight>
                <a:srgbClr val="FFFFFF"/>
              </a:highlight>
            </a:endParaRPr>
          </a:p>
        </p:txBody>
      </p:sp>
      <p:pic>
        <p:nvPicPr>
          <p:cNvPr id="5" name="Video 4" descr="Personas debatiendo ">
            <a:extLst>
              <a:ext uri="{FF2B5EF4-FFF2-40B4-BE49-F238E27FC236}">
                <a16:creationId xmlns:a16="http://schemas.microsoft.com/office/drawing/2014/main" id="{21C18C2F-6C45-5085-F29F-6FF762224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84" r="-2" b="-2"/>
          <a:stretch>
            <a:fillRect/>
          </a:stretch>
        </p:blipFill>
        <p:spPr bwMode="auto">
          <a:xfrm>
            <a:off x="6172200" y="3009950"/>
            <a:ext cx="4731991" cy="2654184"/>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4C2DD-706A-BCA8-BEC7-65BDCED70D31}"/>
              </a:ext>
            </a:extLst>
          </p:cNvPr>
          <p:cNvSpPr>
            <a:spLocks noGrp="1"/>
          </p:cNvSpPr>
          <p:nvPr>
            <p:ph type="title"/>
          </p:nvPr>
        </p:nvSpPr>
        <p:spPr/>
        <p:txBody>
          <a:bodyPr/>
          <a:lstStyle/>
          <a:p>
            <a:pPr fontAlgn="auto">
              <a:spcAft>
                <a:spcPts val="0"/>
              </a:spcAft>
              <a:defRPr/>
            </a:pPr>
            <a:r>
              <a:rPr lang="es-VE" b="1" dirty="0">
                <a:highlight>
                  <a:srgbClr val="000000"/>
                </a:highlight>
              </a:rPr>
              <a:t>MODELO DE GROW</a:t>
            </a:r>
            <a:br>
              <a:rPr lang="en-US" dirty="0"/>
            </a:br>
            <a:endParaRPr lang="en-US" dirty="0"/>
          </a:p>
        </p:txBody>
      </p:sp>
      <p:pic>
        <p:nvPicPr>
          <p:cNvPr id="23555" name="Picture 3">
            <a:extLst>
              <a:ext uri="{FF2B5EF4-FFF2-40B4-BE49-F238E27FC236}">
                <a16:creationId xmlns:a16="http://schemas.microsoft.com/office/drawing/2014/main" id="{C1DE401B-950D-1051-ADBD-F1402FA7A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6525" y="863600"/>
            <a:ext cx="7161213"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3C8D-AFA4-785F-BD84-F8137C9B3811}"/>
              </a:ext>
            </a:extLst>
          </p:cNvPr>
          <p:cNvSpPr>
            <a:spLocks noGrp="1"/>
          </p:cNvSpPr>
          <p:nvPr>
            <p:ph type="title"/>
          </p:nvPr>
        </p:nvSpPr>
        <p:spPr>
          <a:xfrm>
            <a:off x="8983566" y="2345167"/>
            <a:ext cx="2947482" cy="3376355"/>
          </a:xfrm>
        </p:spPr>
        <p:txBody>
          <a:bodyPr anchor="ctr">
            <a:normAutofit/>
          </a:bodyPr>
          <a:lstStyle/>
          <a:p>
            <a:pPr fontAlgn="auto">
              <a:spcAft>
                <a:spcPts val="0"/>
              </a:spcAft>
              <a:defRPr/>
            </a:pPr>
            <a:r>
              <a:rPr lang="en-US" dirty="0"/>
              <a:t>Cinco </a:t>
            </a:r>
            <a:r>
              <a:rPr lang="en-US" dirty="0" err="1"/>
              <a:t>Fases</a:t>
            </a:r>
            <a:r>
              <a:rPr lang="en-US" dirty="0"/>
              <a:t> del </a:t>
            </a:r>
            <a:r>
              <a:rPr lang="en-US" dirty="0" err="1"/>
              <a:t>Modelo</a:t>
            </a:r>
            <a:r>
              <a:rPr lang="en-US" dirty="0"/>
              <a:t> Grow</a:t>
            </a:r>
          </a:p>
        </p:txBody>
      </p:sp>
      <p:graphicFrame>
        <p:nvGraphicFramePr>
          <p:cNvPr id="5" name="Text Placeholder 2">
            <a:extLst>
              <a:ext uri="{FF2B5EF4-FFF2-40B4-BE49-F238E27FC236}">
                <a16:creationId xmlns:a16="http://schemas.microsoft.com/office/drawing/2014/main" id="{1361AD5F-1AF1-A2B1-1086-3462982D7695}"/>
              </a:ext>
            </a:extLst>
          </p:cNvPr>
          <p:cNvGraphicFramePr/>
          <p:nvPr>
            <p:extLst>
              <p:ext uri="{D42A27DB-BD31-4B8C-83A1-F6EECF244321}">
                <p14:modId xmlns:p14="http://schemas.microsoft.com/office/powerpoint/2010/main" val="3695248772"/>
              </p:ext>
            </p:extLst>
          </p:nvPr>
        </p:nvGraphicFramePr>
        <p:xfrm>
          <a:off x="951134" y="860611"/>
          <a:ext cx="7680400" cy="58617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27AAB-3353-D5A7-DFAC-644E6B6EA42A}"/>
              </a:ext>
            </a:extLst>
          </p:cNvPr>
          <p:cNvSpPr>
            <a:spLocks noGrp="1"/>
          </p:cNvSpPr>
          <p:nvPr>
            <p:ph type="title"/>
          </p:nvPr>
        </p:nvSpPr>
        <p:spPr>
          <a:xfrm>
            <a:off x="509588" y="2638425"/>
            <a:ext cx="2432050" cy="3346450"/>
          </a:xfrm>
        </p:spPr>
        <p:txBody>
          <a:bodyPr/>
          <a:lstStyle/>
          <a:p>
            <a:pPr fontAlgn="auto">
              <a:spcAft>
                <a:spcPts val="0"/>
              </a:spcAft>
              <a:defRPr/>
            </a:pPr>
            <a:r>
              <a:rPr lang="en-US" dirty="0" err="1"/>
              <a:t>Fases</a:t>
            </a:r>
            <a:r>
              <a:rPr lang="en-US" dirty="0"/>
              <a:t> del </a:t>
            </a:r>
            <a:r>
              <a:rPr lang="en-US" dirty="0" err="1"/>
              <a:t>Modelo</a:t>
            </a:r>
            <a:r>
              <a:rPr lang="en-US" dirty="0"/>
              <a:t> Grow</a:t>
            </a:r>
          </a:p>
        </p:txBody>
      </p:sp>
      <p:grpSp>
        <p:nvGrpSpPr>
          <p:cNvPr id="4" name="Group 3">
            <a:extLst>
              <a:ext uri="{FF2B5EF4-FFF2-40B4-BE49-F238E27FC236}">
                <a16:creationId xmlns:a16="http://schemas.microsoft.com/office/drawing/2014/main" id="{BF94CEFC-B8DA-CF4B-48C2-68D6ACAF1CF6}"/>
              </a:ext>
            </a:extLst>
          </p:cNvPr>
          <p:cNvGrpSpPr>
            <a:grpSpLocks/>
          </p:cNvGrpSpPr>
          <p:nvPr/>
        </p:nvGrpSpPr>
        <p:grpSpPr bwMode="auto">
          <a:xfrm>
            <a:off x="3701988" y="1526959"/>
            <a:ext cx="7297445" cy="4457787"/>
            <a:chOff x="777" y="1598"/>
            <a:chExt cx="2892" cy="3569"/>
          </a:xfrm>
          <a:noFill/>
        </p:grpSpPr>
        <p:sp>
          <p:nvSpPr>
            <p:cNvPr id="5" name="Oval 3">
              <a:extLst>
                <a:ext uri="{FF2B5EF4-FFF2-40B4-BE49-F238E27FC236}">
                  <a16:creationId xmlns:a16="http://schemas.microsoft.com/office/drawing/2014/main" id="{3F148ECE-1C00-828B-DDAB-378A9A5D8448}"/>
                </a:ext>
              </a:extLst>
            </p:cNvPr>
            <p:cNvSpPr>
              <a:spLocks noChangeArrowheads="1"/>
            </p:cNvSpPr>
            <p:nvPr/>
          </p:nvSpPr>
          <p:spPr bwMode="auto">
            <a:xfrm>
              <a:off x="777" y="1598"/>
              <a:ext cx="2892" cy="3569"/>
            </a:xfrm>
            <a:prstGeom prst="ellipse">
              <a:avLst/>
            </a:prstGeom>
            <a:grpFill/>
            <a:ln w="28575">
              <a:gradFill>
                <a:gsLst>
                  <a:gs pos="0">
                    <a:schemeClr val="bg1"/>
                  </a:gs>
                  <a:gs pos="33000">
                    <a:schemeClr val="tx1"/>
                  </a:gs>
                </a:gsLst>
                <a:lin ang="5400000" scaled="0"/>
              </a:gradFill>
              <a:round/>
              <a:headEnd/>
              <a:tailEnd/>
            </a:ln>
            <a:effectLst>
              <a:outerShdw blurRad="88900" dist="177800" dir="3000000" algn="l" rotWithShape="0">
                <a:prstClr val="black">
                  <a:alpha val="48000"/>
                </a:prstClr>
              </a:outerShdw>
            </a:effectLst>
          </p:spPr>
          <p:txBody>
            <a:bodyPr wrap="none" anchor="ctr"/>
            <a:lstStyle/>
            <a:p>
              <a:pPr algn="ctr" eaLnBrk="1" fontAlgn="auto" hangingPunct="1">
                <a:spcBef>
                  <a:spcPts val="0"/>
                </a:spcBef>
                <a:spcAft>
                  <a:spcPts val="0"/>
                </a:spcAft>
                <a:defRPr/>
              </a:pPr>
              <a:endParaRPr lang="en-GB" sz="1200">
                <a:latin typeface="Tahoma" pitchFamily="34" charset="0"/>
              </a:endParaRPr>
            </a:p>
          </p:txBody>
        </p:sp>
        <p:sp>
          <p:nvSpPr>
            <p:cNvPr id="6" name="Oval 4">
              <a:extLst>
                <a:ext uri="{FF2B5EF4-FFF2-40B4-BE49-F238E27FC236}">
                  <a16:creationId xmlns:a16="http://schemas.microsoft.com/office/drawing/2014/main" id="{B13CA2CE-52EA-C407-46F5-9242D444F54C}"/>
                </a:ext>
              </a:extLst>
            </p:cNvPr>
            <p:cNvSpPr>
              <a:spLocks noChangeArrowheads="1"/>
            </p:cNvSpPr>
            <p:nvPr/>
          </p:nvSpPr>
          <p:spPr bwMode="auto">
            <a:xfrm>
              <a:off x="1559" y="2627"/>
              <a:ext cx="1395" cy="1390"/>
            </a:xfrm>
            <a:prstGeom prst="ellipse">
              <a:avLst/>
            </a:prstGeom>
            <a:grpFill/>
            <a:ln w="12700">
              <a:gradFill flip="none" rotWithShape="1">
                <a:gsLst>
                  <a:gs pos="71000">
                    <a:srgbClr val="000082"/>
                  </a:gs>
                  <a:gs pos="30000">
                    <a:srgbClr val="66008F"/>
                  </a:gs>
                  <a:gs pos="64999">
                    <a:srgbClr val="BA0066"/>
                  </a:gs>
                  <a:gs pos="89999">
                    <a:srgbClr val="FF0000"/>
                  </a:gs>
                  <a:gs pos="100000">
                    <a:srgbClr val="FF8200"/>
                  </a:gs>
                </a:gsLst>
                <a:path path="shape">
                  <a:fillToRect l="50000" t="50000" r="50000" b="50000"/>
                </a:path>
                <a:tileRect/>
              </a:gradFill>
              <a:round/>
              <a:headEnd/>
              <a:tailEnd/>
            </a:ln>
          </p:spPr>
          <p:txBody>
            <a:bodyPr wrap="none" anchor="ctr"/>
            <a:lstStyle/>
            <a:p>
              <a:pPr algn="ctr" eaLnBrk="1" fontAlgn="auto" hangingPunct="1">
                <a:spcBef>
                  <a:spcPts val="0"/>
                </a:spcBef>
                <a:spcAft>
                  <a:spcPts val="0"/>
                </a:spcAft>
                <a:defRPr/>
              </a:pPr>
              <a:r>
                <a:rPr lang="en-GB" b="1" dirty="0">
                  <a:solidFill>
                    <a:schemeClr val="tx2"/>
                  </a:solidFill>
                  <a:latin typeface="Arial" charset="0"/>
                  <a:ea typeface="ＭＳ Ｐゴシック" charset="-128"/>
                  <a:cs typeface="ＭＳ Ｐゴシック" charset="-128"/>
                </a:rPr>
                <a:t>¿</a:t>
              </a:r>
              <a:r>
                <a:rPr lang="en-GB" b="1" dirty="0" err="1">
                  <a:solidFill>
                    <a:schemeClr val="tx2"/>
                  </a:solidFill>
                  <a:latin typeface="Arial" charset="0"/>
                  <a:ea typeface="ＭＳ Ｐゴシック" charset="-128"/>
                  <a:cs typeface="ＭＳ Ｐゴシック" charset="-128"/>
                </a:rPr>
                <a:t>Qué</a:t>
              </a:r>
              <a:r>
                <a:rPr lang="en-GB" b="1" dirty="0">
                  <a:solidFill>
                    <a:schemeClr val="tx2"/>
                  </a:solidFill>
                  <a:latin typeface="Arial" charset="0"/>
                  <a:ea typeface="ＭＳ Ｐゴシック" charset="-128"/>
                  <a:cs typeface="ＭＳ Ｐゴシック" charset="-128"/>
                </a:rPr>
                <a:t>? </a:t>
              </a:r>
            </a:p>
            <a:p>
              <a:pPr algn="ctr" eaLnBrk="1" fontAlgn="auto" hangingPunct="1">
                <a:spcBef>
                  <a:spcPts val="0"/>
                </a:spcBef>
                <a:spcAft>
                  <a:spcPts val="0"/>
                </a:spcAft>
                <a:defRPr/>
              </a:pPr>
              <a:r>
                <a:rPr lang="en-GB" b="1" dirty="0">
                  <a:solidFill>
                    <a:schemeClr val="tx2"/>
                  </a:solidFill>
                  <a:latin typeface="Arial" charset="0"/>
                  <a:ea typeface="ＭＳ Ｐゴシック" charset="-128"/>
                  <a:cs typeface="ＭＳ Ｐゴシック" charset="-128"/>
                </a:rPr>
                <a:t>¿</a:t>
              </a:r>
              <a:r>
                <a:rPr lang="en-GB" b="1" dirty="0" err="1">
                  <a:solidFill>
                    <a:schemeClr val="tx2"/>
                  </a:solidFill>
                  <a:latin typeface="Arial" charset="0"/>
                  <a:ea typeface="ＭＳ Ｐゴシック" charset="-128"/>
                  <a:cs typeface="ＭＳ Ｐゴシック" charset="-128"/>
                </a:rPr>
                <a:t>Cómo</a:t>
              </a:r>
              <a:r>
                <a:rPr lang="en-GB" b="1" dirty="0">
                  <a:solidFill>
                    <a:schemeClr val="tx2"/>
                  </a:solidFill>
                  <a:latin typeface="Arial" charset="0"/>
                  <a:ea typeface="ＭＳ Ｐゴシック" charset="-128"/>
                  <a:cs typeface="ＭＳ Ｐゴシック" charset="-128"/>
                </a:rPr>
                <a:t>?          ¿</a:t>
              </a:r>
              <a:r>
                <a:rPr lang="en-GB" b="1" dirty="0" err="1">
                  <a:solidFill>
                    <a:schemeClr val="tx2"/>
                  </a:solidFill>
                  <a:latin typeface="Arial" charset="0"/>
                  <a:ea typeface="ＭＳ Ｐゴシック" charset="-128"/>
                  <a:cs typeface="ＭＳ Ｐゴシック" charset="-128"/>
                </a:rPr>
                <a:t>Dónde</a:t>
              </a:r>
              <a:r>
                <a:rPr lang="en-GB" b="1" dirty="0">
                  <a:solidFill>
                    <a:schemeClr val="tx2"/>
                  </a:solidFill>
                  <a:latin typeface="Arial" charset="0"/>
                  <a:ea typeface="ＭＳ Ｐゴシック" charset="-128"/>
                  <a:cs typeface="ＭＳ Ｐゴシック" charset="-128"/>
                </a:rPr>
                <a:t>?</a:t>
              </a:r>
            </a:p>
            <a:p>
              <a:pPr algn="ctr" eaLnBrk="1" fontAlgn="auto" hangingPunct="1">
                <a:spcBef>
                  <a:spcPts val="0"/>
                </a:spcBef>
                <a:spcAft>
                  <a:spcPts val="0"/>
                </a:spcAft>
                <a:defRPr/>
              </a:pPr>
              <a:r>
                <a:rPr lang="en-GB" b="1" dirty="0">
                  <a:solidFill>
                    <a:schemeClr val="tx2"/>
                  </a:solidFill>
                  <a:latin typeface="Arial" charset="0"/>
                  <a:ea typeface="ＭＳ Ｐゴシック" charset="-128"/>
                  <a:cs typeface="ＭＳ Ｐゴシック" charset="-128"/>
                </a:rPr>
                <a:t>¿</a:t>
              </a:r>
              <a:r>
                <a:rPr lang="en-GB" b="1" dirty="0" err="1">
                  <a:solidFill>
                    <a:schemeClr val="tx2"/>
                  </a:solidFill>
                  <a:latin typeface="Arial" charset="0"/>
                  <a:ea typeface="ＭＳ Ｐゴシック" charset="-128"/>
                  <a:cs typeface="ＭＳ Ｐゴシック" charset="-128"/>
                </a:rPr>
                <a:t>Cuándo</a:t>
              </a:r>
              <a:r>
                <a:rPr lang="en-GB" b="1" dirty="0">
                  <a:solidFill>
                    <a:schemeClr val="tx2"/>
                  </a:solidFill>
                  <a:latin typeface="Arial" charset="0"/>
                  <a:ea typeface="ＭＳ Ｐゴシック" charset="-128"/>
                  <a:cs typeface="ＭＳ Ｐゴシック" charset="-128"/>
                </a:rPr>
                <a:t>?</a:t>
              </a:r>
            </a:p>
            <a:p>
              <a:pPr algn="ctr" eaLnBrk="1" fontAlgn="auto" hangingPunct="1">
                <a:spcBef>
                  <a:spcPts val="0"/>
                </a:spcBef>
                <a:spcAft>
                  <a:spcPts val="0"/>
                </a:spcAft>
                <a:defRPr/>
              </a:pPr>
              <a:endParaRPr lang="en-GB" sz="500" dirty="0">
                <a:solidFill>
                  <a:srgbClr val="000808"/>
                </a:solidFill>
                <a:latin typeface="Arial" charset="0"/>
                <a:ea typeface="ＭＳ Ｐゴシック" charset="-128"/>
                <a:cs typeface="ＭＳ Ｐゴシック" charset="-128"/>
              </a:endParaRPr>
            </a:p>
          </p:txBody>
        </p:sp>
        <p:sp>
          <p:nvSpPr>
            <p:cNvPr id="7" name="Line 5">
              <a:extLst>
                <a:ext uri="{FF2B5EF4-FFF2-40B4-BE49-F238E27FC236}">
                  <a16:creationId xmlns:a16="http://schemas.microsoft.com/office/drawing/2014/main" id="{15A32F40-CC03-674F-6E5E-C6DC56E7DD69}"/>
                </a:ext>
              </a:extLst>
            </p:cNvPr>
            <p:cNvSpPr>
              <a:spLocks noChangeShapeType="1"/>
            </p:cNvSpPr>
            <p:nvPr/>
          </p:nvSpPr>
          <p:spPr bwMode="auto">
            <a:xfrm>
              <a:off x="1355" y="1961"/>
              <a:ext cx="443" cy="847"/>
            </a:xfrm>
            <a:prstGeom prst="line">
              <a:avLst/>
            </a:prstGeom>
            <a:grpFill/>
            <a:ln w="28575" cap="rnd">
              <a:solidFill>
                <a:schemeClr val="tx1"/>
              </a:solidFill>
              <a:prstDash val="sysDot"/>
              <a:round/>
              <a:headEnd/>
              <a:tailEnd/>
            </a:ln>
          </p:spPr>
          <p:txBody>
            <a:bodyPr/>
            <a:lstStyle/>
            <a:p>
              <a:pPr eaLnBrk="1" fontAlgn="auto" hangingPunct="1">
                <a:spcBef>
                  <a:spcPts val="0"/>
                </a:spcBef>
                <a:spcAft>
                  <a:spcPts val="0"/>
                </a:spcAft>
                <a:defRPr/>
              </a:pPr>
              <a:endParaRPr lang="es-ES">
                <a:latin typeface="Arial" charset="0"/>
                <a:ea typeface="ＭＳ Ｐゴシック" charset="-128"/>
                <a:cs typeface="ＭＳ Ｐゴシック" charset="-128"/>
              </a:endParaRPr>
            </a:p>
          </p:txBody>
        </p:sp>
        <p:sp>
          <p:nvSpPr>
            <p:cNvPr id="8" name="Line 6">
              <a:extLst>
                <a:ext uri="{FF2B5EF4-FFF2-40B4-BE49-F238E27FC236}">
                  <a16:creationId xmlns:a16="http://schemas.microsoft.com/office/drawing/2014/main" id="{E380B34B-6FC0-E7A1-65A0-1956E98CEA89}"/>
                </a:ext>
              </a:extLst>
            </p:cNvPr>
            <p:cNvSpPr>
              <a:spLocks noChangeShapeType="1"/>
            </p:cNvSpPr>
            <p:nvPr/>
          </p:nvSpPr>
          <p:spPr bwMode="auto">
            <a:xfrm flipV="1">
              <a:off x="981" y="3533"/>
              <a:ext cx="613" cy="727"/>
            </a:xfrm>
            <a:prstGeom prst="line">
              <a:avLst/>
            </a:prstGeom>
            <a:grpFill/>
            <a:ln w="28575" cap="rnd">
              <a:solidFill>
                <a:schemeClr val="tx1"/>
              </a:solidFill>
              <a:prstDash val="sysDot"/>
              <a:round/>
              <a:headEnd/>
              <a:tailEnd/>
            </a:ln>
          </p:spPr>
          <p:txBody>
            <a:bodyPr/>
            <a:lstStyle/>
            <a:p>
              <a:pPr eaLnBrk="1" fontAlgn="auto" hangingPunct="1">
                <a:spcBef>
                  <a:spcPts val="0"/>
                </a:spcBef>
                <a:spcAft>
                  <a:spcPts val="0"/>
                </a:spcAft>
                <a:defRPr/>
              </a:pPr>
              <a:endParaRPr lang="es-ES">
                <a:latin typeface="Arial" charset="0"/>
                <a:ea typeface="ＭＳ Ｐゴシック" charset="-128"/>
                <a:cs typeface="ＭＳ Ｐゴシック" charset="-128"/>
              </a:endParaRPr>
            </a:p>
          </p:txBody>
        </p:sp>
        <p:sp>
          <p:nvSpPr>
            <p:cNvPr id="9" name="Line 7">
              <a:extLst>
                <a:ext uri="{FF2B5EF4-FFF2-40B4-BE49-F238E27FC236}">
                  <a16:creationId xmlns:a16="http://schemas.microsoft.com/office/drawing/2014/main" id="{6C334E51-BA19-29BF-7361-20D5FD6FEB25}"/>
                </a:ext>
              </a:extLst>
            </p:cNvPr>
            <p:cNvSpPr>
              <a:spLocks noChangeShapeType="1"/>
            </p:cNvSpPr>
            <p:nvPr/>
          </p:nvSpPr>
          <p:spPr bwMode="auto">
            <a:xfrm>
              <a:off x="2478" y="4017"/>
              <a:ext cx="170" cy="1090"/>
            </a:xfrm>
            <a:prstGeom prst="line">
              <a:avLst/>
            </a:prstGeom>
            <a:grpFill/>
            <a:ln w="28575" cap="rnd">
              <a:solidFill>
                <a:schemeClr val="tx1"/>
              </a:solidFill>
              <a:prstDash val="sysDot"/>
              <a:round/>
              <a:headEnd/>
              <a:tailEnd/>
            </a:ln>
          </p:spPr>
          <p:txBody>
            <a:bodyPr/>
            <a:lstStyle/>
            <a:p>
              <a:pPr eaLnBrk="1" fontAlgn="auto" hangingPunct="1">
                <a:spcBef>
                  <a:spcPts val="0"/>
                </a:spcBef>
                <a:spcAft>
                  <a:spcPts val="0"/>
                </a:spcAft>
                <a:defRPr/>
              </a:pPr>
              <a:endParaRPr lang="es-ES">
                <a:latin typeface="Arial" charset="0"/>
                <a:ea typeface="ＭＳ Ｐゴシック" charset="-128"/>
                <a:cs typeface="ＭＳ Ｐゴシック" charset="-128"/>
              </a:endParaRPr>
            </a:p>
          </p:txBody>
        </p:sp>
        <p:sp>
          <p:nvSpPr>
            <p:cNvPr id="10" name="Line 8">
              <a:extLst>
                <a:ext uri="{FF2B5EF4-FFF2-40B4-BE49-F238E27FC236}">
                  <a16:creationId xmlns:a16="http://schemas.microsoft.com/office/drawing/2014/main" id="{C852E880-9B2C-F9DB-94D1-98BFEEAE4E6A}"/>
                </a:ext>
              </a:extLst>
            </p:cNvPr>
            <p:cNvSpPr>
              <a:spLocks noChangeShapeType="1"/>
            </p:cNvSpPr>
            <p:nvPr/>
          </p:nvSpPr>
          <p:spPr bwMode="auto">
            <a:xfrm flipV="1">
              <a:off x="2921" y="2808"/>
              <a:ext cx="680" cy="303"/>
            </a:xfrm>
            <a:prstGeom prst="line">
              <a:avLst/>
            </a:prstGeom>
            <a:grpFill/>
            <a:ln w="28575" cap="rnd">
              <a:solidFill>
                <a:schemeClr val="tx1"/>
              </a:solidFill>
              <a:prstDash val="sysDot"/>
              <a:round/>
              <a:headEnd/>
              <a:tailEnd/>
            </a:ln>
          </p:spPr>
          <p:txBody>
            <a:bodyPr/>
            <a:lstStyle/>
            <a:p>
              <a:pPr eaLnBrk="1" fontAlgn="auto" hangingPunct="1">
                <a:spcBef>
                  <a:spcPts val="0"/>
                </a:spcBef>
                <a:spcAft>
                  <a:spcPts val="0"/>
                </a:spcAft>
                <a:defRPr/>
              </a:pPr>
              <a:endParaRPr lang="es-ES">
                <a:latin typeface="Arial" charset="0"/>
                <a:ea typeface="ＭＳ Ｐゴシック" charset="-128"/>
                <a:cs typeface="ＭＳ Ｐゴシック" charset="-128"/>
              </a:endParaRPr>
            </a:p>
          </p:txBody>
        </p:sp>
        <p:sp>
          <p:nvSpPr>
            <p:cNvPr id="11" name="Line 9">
              <a:extLst>
                <a:ext uri="{FF2B5EF4-FFF2-40B4-BE49-F238E27FC236}">
                  <a16:creationId xmlns:a16="http://schemas.microsoft.com/office/drawing/2014/main" id="{F813BE0B-8ECE-4748-750A-8B611A9B67DD}"/>
                </a:ext>
              </a:extLst>
            </p:cNvPr>
            <p:cNvSpPr>
              <a:spLocks noChangeShapeType="1"/>
            </p:cNvSpPr>
            <p:nvPr/>
          </p:nvSpPr>
          <p:spPr bwMode="auto">
            <a:xfrm flipH="1">
              <a:off x="2444" y="1720"/>
              <a:ext cx="204" cy="907"/>
            </a:xfrm>
            <a:prstGeom prst="line">
              <a:avLst/>
            </a:prstGeom>
            <a:grpFill/>
            <a:ln w="28575" cap="rnd">
              <a:solidFill>
                <a:schemeClr val="tx1"/>
              </a:solidFill>
              <a:prstDash val="sysDot"/>
              <a:round/>
              <a:headEnd/>
              <a:tailEnd/>
            </a:ln>
          </p:spPr>
          <p:txBody>
            <a:bodyPr/>
            <a:lstStyle/>
            <a:p>
              <a:pPr eaLnBrk="1" fontAlgn="auto" hangingPunct="1">
                <a:spcBef>
                  <a:spcPts val="0"/>
                </a:spcBef>
                <a:spcAft>
                  <a:spcPts val="0"/>
                </a:spcAft>
                <a:defRPr/>
              </a:pPr>
              <a:endParaRPr lang="es-ES">
                <a:latin typeface="Arial" charset="0"/>
                <a:ea typeface="ＭＳ Ｐゴシック" charset="-128"/>
                <a:cs typeface="ＭＳ Ｐゴシック" charset="-128"/>
              </a:endParaRPr>
            </a:p>
          </p:txBody>
        </p:sp>
        <p:sp>
          <p:nvSpPr>
            <p:cNvPr id="12" name="Text Box 15">
              <a:extLst>
                <a:ext uri="{FF2B5EF4-FFF2-40B4-BE49-F238E27FC236}">
                  <a16:creationId xmlns:a16="http://schemas.microsoft.com/office/drawing/2014/main" id="{7EEBE268-D821-284B-F982-5DEE6328C119}"/>
                </a:ext>
              </a:extLst>
            </p:cNvPr>
            <p:cNvSpPr txBox="1">
              <a:spLocks noChangeArrowheads="1"/>
            </p:cNvSpPr>
            <p:nvPr/>
          </p:nvSpPr>
          <p:spPr bwMode="auto">
            <a:xfrm>
              <a:off x="1007" y="2638"/>
              <a:ext cx="609" cy="296"/>
            </a:xfrm>
            <a:prstGeom prst="rect">
              <a:avLst/>
            </a:prstGeom>
            <a:grpFill/>
            <a:ln w="9525">
              <a:noFill/>
              <a:miter lim="800000"/>
              <a:headEnd/>
              <a:tailEnd/>
            </a:ln>
          </p:spPr>
          <p:txBody>
            <a:bodyPr>
              <a:spAutoFit/>
            </a:bodyPr>
            <a:lstStyle/>
            <a:p>
              <a:pPr eaLnBrk="1" fontAlgn="auto" hangingPunct="1">
                <a:spcBef>
                  <a:spcPts val="0"/>
                </a:spcBef>
                <a:spcAft>
                  <a:spcPts val="0"/>
                </a:spcAft>
                <a:defRPr/>
              </a:pPr>
              <a:r>
                <a:rPr lang="es-MX" b="1" dirty="0">
                  <a:solidFill>
                    <a:schemeClr val="accent2">
                      <a:lumMod val="50000"/>
                    </a:schemeClr>
                  </a:solidFill>
                  <a:latin typeface="Calibri" charset="0"/>
                  <a:ea typeface="ＭＳ Ｐゴシック" charset="-128"/>
                  <a:cs typeface="ＭＳ Ｐゴシック" charset="-128"/>
                </a:rPr>
                <a:t>Fase 5. Cierre</a:t>
              </a:r>
              <a:endParaRPr lang="en-US" b="1" dirty="0">
                <a:solidFill>
                  <a:schemeClr val="accent2">
                    <a:lumMod val="50000"/>
                  </a:schemeClr>
                </a:solidFill>
                <a:latin typeface="Calibri" charset="0"/>
                <a:ea typeface="ＭＳ Ｐゴシック" charset="-128"/>
                <a:cs typeface="ＭＳ Ｐゴシック" charset="-128"/>
              </a:endParaRPr>
            </a:p>
          </p:txBody>
        </p:sp>
        <p:sp>
          <p:nvSpPr>
            <p:cNvPr id="13" name="Text Box 20">
              <a:extLst>
                <a:ext uri="{FF2B5EF4-FFF2-40B4-BE49-F238E27FC236}">
                  <a16:creationId xmlns:a16="http://schemas.microsoft.com/office/drawing/2014/main" id="{7449CB95-C07F-6422-E061-7CCF0977914E}"/>
                </a:ext>
              </a:extLst>
            </p:cNvPr>
            <p:cNvSpPr txBox="1">
              <a:spLocks noChangeArrowheads="1"/>
            </p:cNvSpPr>
            <p:nvPr/>
          </p:nvSpPr>
          <p:spPr bwMode="auto">
            <a:xfrm>
              <a:off x="1260" y="4139"/>
              <a:ext cx="622" cy="517"/>
            </a:xfrm>
            <a:prstGeom prst="rect">
              <a:avLst/>
            </a:prstGeom>
            <a:grpFill/>
            <a:ln w="9525">
              <a:noFill/>
              <a:miter lim="800000"/>
              <a:headEnd/>
              <a:tailEnd/>
            </a:ln>
          </p:spPr>
          <p:txBody>
            <a:bodyPr>
              <a:spAutoFit/>
            </a:bodyPr>
            <a:lstStyle/>
            <a:p>
              <a:pPr eaLnBrk="1" fontAlgn="auto" hangingPunct="1">
                <a:spcBef>
                  <a:spcPts val="0"/>
                </a:spcBef>
                <a:spcAft>
                  <a:spcPts val="0"/>
                </a:spcAft>
                <a:defRPr/>
              </a:pPr>
              <a:r>
                <a:rPr lang="es-MX" b="1" dirty="0">
                  <a:solidFill>
                    <a:srgbClr val="632523"/>
                  </a:solidFill>
                  <a:latin typeface="Calibri" charset="0"/>
                  <a:ea typeface="ＭＳ Ｐゴシック" charset="-128"/>
                  <a:cs typeface="ＭＳ Ｐゴシック" charset="-128"/>
                </a:rPr>
                <a:t>Fase 4. Opciones</a:t>
              </a:r>
              <a:endParaRPr lang="en-US" b="1" dirty="0">
                <a:solidFill>
                  <a:srgbClr val="632523"/>
                </a:solidFill>
                <a:latin typeface="Calibri" charset="0"/>
                <a:ea typeface="ＭＳ Ｐゴシック" charset="-128"/>
                <a:cs typeface="ＭＳ Ｐゴシック" charset="-128"/>
              </a:endParaRPr>
            </a:p>
          </p:txBody>
        </p:sp>
        <p:sp>
          <p:nvSpPr>
            <p:cNvPr id="14" name="Text Box 21">
              <a:extLst>
                <a:ext uri="{FF2B5EF4-FFF2-40B4-BE49-F238E27FC236}">
                  <a16:creationId xmlns:a16="http://schemas.microsoft.com/office/drawing/2014/main" id="{7BD7F807-48EB-6018-15D7-07E5A78E1D85}"/>
                </a:ext>
              </a:extLst>
            </p:cNvPr>
            <p:cNvSpPr txBox="1">
              <a:spLocks noChangeArrowheads="1"/>
            </p:cNvSpPr>
            <p:nvPr/>
          </p:nvSpPr>
          <p:spPr bwMode="auto">
            <a:xfrm>
              <a:off x="2566" y="2147"/>
              <a:ext cx="722" cy="296"/>
            </a:xfrm>
            <a:prstGeom prst="rect">
              <a:avLst/>
            </a:prstGeom>
            <a:grpFill/>
            <a:ln w="9525">
              <a:noFill/>
              <a:miter lim="800000"/>
              <a:headEnd/>
              <a:tailEnd/>
            </a:ln>
          </p:spPr>
          <p:txBody>
            <a:bodyPr>
              <a:spAutoFit/>
            </a:bodyPr>
            <a:lstStyle/>
            <a:p>
              <a:pPr eaLnBrk="1" fontAlgn="auto" hangingPunct="1">
                <a:spcBef>
                  <a:spcPts val="0"/>
                </a:spcBef>
                <a:spcAft>
                  <a:spcPts val="0"/>
                </a:spcAft>
                <a:defRPr/>
              </a:pPr>
              <a:r>
                <a:rPr lang="es-MX" b="1" dirty="0">
                  <a:solidFill>
                    <a:srgbClr val="632523"/>
                  </a:solidFill>
                  <a:latin typeface="Calibri" charset="0"/>
                  <a:ea typeface="ＭＳ Ｐゴシック" charset="-128"/>
                  <a:cs typeface="ＭＳ Ｐゴシック" charset="-128"/>
                </a:rPr>
                <a:t>Fase 2. Objetivos</a:t>
              </a:r>
              <a:endParaRPr lang="en-US" b="1" dirty="0">
                <a:solidFill>
                  <a:srgbClr val="632523"/>
                </a:solidFill>
                <a:latin typeface="Calibri" charset="0"/>
                <a:ea typeface="ＭＳ Ｐゴシック" charset="-128"/>
                <a:cs typeface="ＭＳ Ｐゴシック" charset="-128"/>
              </a:endParaRPr>
            </a:p>
          </p:txBody>
        </p:sp>
        <p:sp>
          <p:nvSpPr>
            <p:cNvPr id="15" name="Text Box 22">
              <a:extLst>
                <a:ext uri="{FF2B5EF4-FFF2-40B4-BE49-F238E27FC236}">
                  <a16:creationId xmlns:a16="http://schemas.microsoft.com/office/drawing/2014/main" id="{1EE7F73D-2B30-E4B3-FEDE-37C041993692}"/>
                </a:ext>
              </a:extLst>
            </p:cNvPr>
            <p:cNvSpPr txBox="1">
              <a:spLocks noChangeArrowheads="1"/>
            </p:cNvSpPr>
            <p:nvPr/>
          </p:nvSpPr>
          <p:spPr bwMode="auto">
            <a:xfrm>
              <a:off x="2985" y="3428"/>
              <a:ext cx="684" cy="296"/>
            </a:xfrm>
            <a:prstGeom prst="rect">
              <a:avLst/>
            </a:prstGeom>
            <a:grpFill/>
            <a:ln w="9525">
              <a:noFill/>
              <a:miter lim="800000"/>
              <a:headEnd/>
              <a:tailEnd/>
            </a:ln>
          </p:spPr>
          <p:txBody>
            <a:bodyPr>
              <a:spAutoFit/>
            </a:bodyPr>
            <a:lstStyle/>
            <a:p>
              <a:pPr eaLnBrk="1" fontAlgn="auto" hangingPunct="1">
                <a:spcBef>
                  <a:spcPts val="0"/>
                </a:spcBef>
                <a:spcAft>
                  <a:spcPts val="0"/>
                </a:spcAft>
                <a:defRPr/>
              </a:pPr>
              <a:r>
                <a:rPr lang="es-MX" b="1" dirty="0">
                  <a:solidFill>
                    <a:srgbClr val="632523"/>
                  </a:solidFill>
                  <a:latin typeface="Calibri" charset="0"/>
                  <a:ea typeface="ＭＳ Ｐゴシック" charset="-128"/>
                  <a:cs typeface="ＭＳ Ｐゴシック" charset="-128"/>
                </a:rPr>
                <a:t>Fase 3. Realidad</a:t>
              </a:r>
              <a:endParaRPr lang="en-US" b="1" dirty="0">
                <a:solidFill>
                  <a:srgbClr val="632523"/>
                </a:solidFill>
                <a:latin typeface="Calibri" charset="0"/>
                <a:ea typeface="ＭＳ Ｐゴシック" charset="-128"/>
                <a:cs typeface="ＭＳ Ｐゴシック" charset="-128"/>
              </a:endParaRPr>
            </a:p>
          </p:txBody>
        </p:sp>
        <p:sp>
          <p:nvSpPr>
            <p:cNvPr id="16" name="Text Box 23">
              <a:extLst>
                <a:ext uri="{FF2B5EF4-FFF2-40B4-BE49-F238E27FC236}">
                  <a16:creationId xmlns:a16="http://schemas.microsoft.com/office/drawing/2014/main" id="{1A26939D-47ED-AECC-4F97-4B630C7D548C}"/>
                </a:ext>
              </a:extLst>
            </p:cNvPr>
            <p:cNvSpPr txBox="1">
              <a:spLocks noChangeArrowheads="1"/>
            </p:cNvSpPr>
            <p:nvPr/>
          </p:nvSpPr>
          <p:spPr bwMode="auto">
            <a:xfrm>
              <a:off x="1582" y="1906"/>
              <a:ext cx="528" cy="493"/>
            </a:xfrm>
            <a:prstGeom prst="rect">
              <a:avLst/>
            </a:prstGeom>
            <a:grpFill/>
            <a:ln w="9525">
              <a:noFill/>
              <a:miter lim="800000"/>
              <a:headEnd/>
              <a:tailEnd/>
            </a:ln>
          </p:spPr>
          <p:txBody>
            <a:bodyPr>
              <a:spAutoFit/>
            </a:bodyPr>
            <a:lstStyle/>
            <a:p>
              <a:pPr eaLnBrk="1" fontAlgn="auto" hangingPunct="1">
                <a:spcBef>
                  <a:spcPts val="0"/>
                </a:spcBef>
                <a:spcAft>
                  <a:spcPts val="0"/>
                </a:spcAft>
                <a:defRPr/>
              </a:pPr>
              <a:r>
                <a:rPr lang="es-MX" sz="1600" b="1" dirty="0">
                  <a:solidFill>
                    <a:srgbClr val="632523"/>
                  </a:solidFill>
                  <a:latin typeface="Calibri" charset="0"/>
                  <a:ea typeface="ＭＳ Ｐゴシック" charset="-128"/>
                  <a:cs typeface="ＭＳ Ｐゴシック" charset="-128"/>
                </a:rPr>
                <a:t>Fase 1: </a:t>
              </a:r>
              <a:r>
                <a:rPr lang="es-MX" b="1" dirty="0">
                  <a:solidFill>
                    <a:srgbClr val="632523"/>
                  </a:solidFill>
                  <a:latin typeface="Calibri" charset="0"/>
                  <a:ea typeface="ＭＳ Ｐゴシック" charset="-128"/>
                  <a:cs typeface="ＭＳ Ｐゴシック" charset="-128"/>
                </a:rPr>
                <a:t>Metas</a:t>
              </a:r>
              <a:endParaRPr lang="en-US" b="1" dirty="0">
                <a:solidFill>
                  <a:srgbClr val="632523"/>
                </a:solidFill>
                <a:latin typeface="Calibri" charset="0"/>
                <a:ea typeface="ＭＳ Ｐゴシック" charset="-128"/>
                <a:cs typeface="ＭＳ Ｐゴシック" charset="-128"/>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3245-CC2C-44C5-099F-70220D32A1A4}"/>
              </a:ext>
            </a:extLst>
          </p:cNvPr>
          <p:cNvSpPr>
            <a:spLocks noGrp="1"/>
          </p:cNvSpPr>
          <p:nvPr>
            <p:ph type="title"/>
          </p:nvPr>
        </p:nvSpPr>
        <p:spPr>
          <a:xfrm>
            <a:off x="0" y="2638425"/>
            <a:ext cx="3294063" cy="334645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Primera Fase: Estableciendo las Metas</a:t>
            </a:r>
            <a:br>
              <a:rPr lang="es-MX" b="1" kern="0" dirty="0">
                <a:solidFill>
                  <a:srgbClr val="002060"/>
                </a:solidFill>
                <a:effectLst>
                  <a:outerShdw blurRad="38100" dist="38100" dir="2700000" algn="tl">
                    <a:srgbClr val="C0C0C0"/>
                  </a:outerShdw>
                </a:effectLst>
              </a:rPr>
            </a:br>
            <a:endParaRPr lang="en-US" dirty="0"/>
          </a:p>
        </p:txBody>
      </p:sp>
      <p:grpSp>
        <p:nvGrpSpPr>
          <p:cNvPr id="26627" name="Group 3">
            <a:extLst>
              <a:ext uri="{FF2B5EF4-FFF2-40B4-BE49-F238E27FC236}">
                <a16:creationId xmlns:a16="http://schemas.microsoft.com/office/drawing/2014/main" id="{32AD3DDB-9204-7D6C-18F9-2EF866B6888E}"/>
              </a:ext>
            </a:extLst>
          </p:cNvPr>
          <p:cNvGrpSpPr>
            <a:grpSpLocks/>
          </p:cNvGrpSpPr>
          <p:nvPr/>
        </p:nvGrpSpPr>
        <p:grpSpPr bwMode="auto">
          <a:xfrm>
            <a:off x="3222625" y="1949450"/>
            <a:ext cx="7696200" cy="4176713"/>
            <a:chOff x="873" y="1694"/>
            <a:chExt cx="2892" cy="3569"/>
          </a:xfrm>
        </p:grpSpPr>
        <p:sp>
          <p:nvSpPr>
            <p:cNvPr id="5" name="Oval 3">
              <a:extLst>
                <a:ext uri="{FF2B5EF4-FFF2-40B4-BE49-F238E27FC236}">
                  <a16:creationId xmlns:a16="http://schemas.microsoft.com/office/drawing/2014/main" id="{8E80FFE5-C286-F0F2-C808-039004757751}"/>
                </a:ext>
              </a:extLst>
            </p:cNvPr>
            <p:cNvSpPr>
              <a:spLocks noChangeArrowheads="1"/>
            </p:cNvSpPr>
            <p:nvPr/>
          </p:nvSpPr>
          <p:spPr bwMode="auto">
            <a:xfrm>
              <a:off x="873" y="1694"/>
              <a:ext cx="2892" cy="3569"/>
            </a:xfrm>
            <a:prstGeom prst="ellipse">
              <a:avLst/>
            </a:prstGeom>
            <a:noFill/>
            <a:ln w="28575">
              <a:gradFill>
                <a:gsLst>
                  <a:gs pos="0">
                    <a:schemeClr val="bg1"/>
                  </a:gs>
                  <a:gs pos="33000">
                    <a:schemeClr val="tx1"/>
                  </a:gs>
                </a:gsLst>
                <a:lin ang="5400000" scaled="0"/>
              </a:gradFill>
              <a:round/>
              <a:headEnd/>
              <a:tailEnd/>
            </a:ln>
            <a:effectLst>
              <a:outerShdw blurRad="88900" dist="177800" dir="3000000" algn="l" rotWithShape="0">
                <a:prstClr val="black">
                  <a:alpha val="48000"/>
                </a:prstClr>
              </a:outerShdw>
            </a:effectLst>
          </p:spPr>
          <p:txBody>
            <a:bodyPr wrap="none" anchor="ctr"/>
            <a:lstStyle/>
            <a:p>
              <a:pPr algn="ctr" eaLnBrk="1" fontAlgn="auto" hangingPunct="1">
                <a:spcBef>
                  <a:spcPts val="0"/>
                </a:spcBef>
                <a:spcAft>
                  <a:spcPts val="0"/>
                </a:spcAft>
                <a:defRPr/>
              </a:pPr>
              <a:endParaRPr lang="en-GB" sz="1200">
                <a:latin typeface="Tahoma" pitchFamily="34" charset="0"/>
              </a:endParaRPr>
            </a:p>
          </p:txBody>
        </p:sp>
        <p:sp>
          <p:nvSpPr>
            <p:cNvPr id="6" name="Oval 4">
              <a:extLst>
                <a:ext uri="{FF2B5EF4-FFF2-40B4-BE49-F238E27FC236}">
                  <a16:creationId xmlns:a16="http://schemas.microsoft.com/office/drawing/2014/main" id="{1D0E84DE-86A0-D776-BE43-F77480909599}"/>
                </a:ext>
              </a:extLst>
            </p:cNvPr>
            <p:cNvSpPr>
              <a:spLocks noChangeArrowheads="1"/>
            </p:cNvSpPr>
            <p:nvPr/>
          </p:nvSpPr>
          <p:spPr bwMode="auto">
            <a:xfrm>
              <a:off x="1655" y="2723"/>
              <a:ext cx="1395" cy="1390"/>
            </a:xfrm>
            <a:prstGeom prst="ellipse">
              <a:avLst/>
            </a:prstGeom>
            <a:solidFill>
              <a:schemeClr val="bg1"/>
            </a:solidFill>
            <a:ln w="12700">
              <a:gradFill flip="none" rotWithShape="1">
                <a:gsLst>
                  <a:gs pos="71000">
                    <a:srgbClr val="000082"/>
                  </a:gs>
                  <a:gs pos="30000">
                    <a:srgbClr val="66008F"/>
                  </a:gs>
                  <a:gs pos="64999">
                    <a:srgbClr val="BA0066"/>
                  </a:gs>
                  <a:gs pos="89999">
                    <a:srgbClr val="FF0000"/>
                  </a:gs>
                  <a:gs pos="100000">
                    <a:srgbClr val="FF8200"/>
                  </a:gs>
                </a:gsLst>
                <a:path path="shape">
                  <a:fillToRect l="50000" t="50000" r="50000" b="50000"/>
                </a:path>
                <a:tileRect/>
              </a:gra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defRPr/>
              </a:pPr>
              <a:r>
                <a:rPr lang="en-GB" altLang="en-US" sz="4400" dirty="0">
                  <a:solidFill>
                    <a:srgbClr val="000808"/>
                  </a:solidFill>
                </a:rPr>
                <a:t>¿</a:t>
              </a:r>
              <a:r>
                <a:rPr lang="en-GB" altLang="en-US" sz="4400" dirty="0" err="1">
                  <a:solidFill>
                    <a:srgbClr val="000808"/>
                  </a:solidFill>
                </a:rPr>
                <a:t>Qué</a:t>
              </a:r>
              <a:r>
                <a:rPr lang="en-GB" altLang="en-US" sz="4400" dirty="0">
                  <a:solidFill>
                    <a:srgbClr val="000808"/>
                  </a:solidFill>
                </a:rPr>
                <a:t>? </a:t>
              </a:r>
            </a:p>
            <a:p>
              <a:pPr algn="ctr" eaLnBrk="1" fontAlgn="auto" hangingPunct="1">
                <a:spcBef>
                  <a:spcPts val="0"/>
                </a:spcBef>
                <a:spcAft>
                  <a:spcPts val="0"/>
                </a:spcAft>
                <a:defRPr/>
              </a:pPr>
              <a:endParaRPr lang="en-GB" altLang="en-US" sz="500" dirty="0">
                <a:solidFill>
                  <a:srgbClr val="000808"/>
                </a:solidFill>
              </a:endParaRPr>
            </a:p>
          </p:txBody>
        </p:sp>
        <p:sp>
          <p:nvSpPr>
            <p:cNvPr id="26634" name="Line 5">
              <a:extLst>
                <a:ext uri="{FF2B5EF4-FFF2-40B4-BE49-F238E27FC236}">
                  <a16:creationId xmlns:a16="http://schemas.microsoft.com/office/drawing/2014/main" id="{01CAF809-EDB1-02EE-FF9E-DF2925E465EA}"/>
                </a:ext>
              </a:extLst>
            </p:cNvPr>
            <p:cNvSpPr>
              <a:spLocks noChangeShapeType="1"/>
            </p:cNvSpPr>
            <p:nvPr/>
          </p:nvSpPr>
          <p:spPr bwMode="auto">
            <a:xfrm>
              <a:off x="1451" y="2057"/>
              <a:ext cx="443" cy="84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26635" name="Line 6">
              <a:extLst>
                <a:ext uri="{FF2B5EF4-FFF2-40B4-BE49-F238E27FC236}">
                  <a16:creationId xmlns:a16="http://schemas.microsoft.com/office/drawing/2014/main" id="{6CE560C2-F875-6EE0-F8FA-57D61C4A5424}"/>
                </a:ext>
              </a:extLst>
            </p:cNvPr>
            <p:cNvSpPr>
              <a:spLocks noChangeShapeType="1"/>
            </p:cNvSpPr>
            <p:nvPr/>
          </p:nvSpPr>
          <p:spPr bwMode="auto">
            <a:xfrm flipV="1">
              <a:off x="1077" y="3629"/>
              <a:ext cx="613" cy="72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26636" name="Line 7">
              <a:extLst>
                <a:ext uri="{FF2B5EF4-FFF2-40B4-BE49-F238E27FC236}">
                  <a16:creationId xmlns:a16="http://schemas.microsoft.com/office/drawing/2014/main" id="{D1A5C1D9-5481-7DA8-5778-FC47233CB870}"/>
                </a:ext>
              </a:extLst>
            </p:cNvPr>
            <p:cNvSpPr>
              <a:spLocks noChangeShapeType="1"/>
            </p:cNvSpPr>
            <p:nvPr/>
          </p:nvSpPr>
          <p:spPr bwMode="auto">
            <a:xfrm>
              <a:off x="2574" y="4113"/>
              <a:ext cx="170" cy="109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26637" name="Line 8">
              <a:extLst>
                <a:ext uri="{FF2B5EF4-FFF2-40B4-BE49-F238E27FC236}">
                  <a16:creationId xmlns:a16="http://schemas.microsoft.com/office/drawing/2014/main" id="{FA347496-2FFB-1B56-6494-6C3C4C03BAC0}"/>
                </a:ext>
              </a:extLst>
            </p:cNvPr>
            <p:cNvSpPr>
              <a:spLocks noChangeShapeType="1"/>
            </p:cNvSpPr>
            <p:nvPr/>
          </p:nvSpPr>
          <p:spPr bwMode="auto">
            <a:xfrm flipV="1">
              <a:off x="3017" y="2904"/>
              <a:ext cx="680" cy="303"/>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26638" name="Line 9">
              <a:extLst>
                <a:ext uri="{FF2B5EF4-FFF2-40B4-BE49-F238E27FC236}">
                  <a16:creationId xmlns:a16="http://schemas.microsoft.com/office/drawing/2014/main" id="{E2F514CB-797C-707D-DFC6-8529EB427A42}"/>
                </a:ext>
              </a:extLst>
            </p:cNvPr>
            <p:cNvSpPr>
              <a:spLocks noChangeShapeType="1"/>
            </p:cNvSpPr>
            <p:nvPr/>
          </p:nvSpPr>
          <p:spPr bwMode="auto">
            <a:xfrm flipH="1">
              <a:off x="2540" y="1816"/>
              <a:ext cx="204" cy="90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26639" name="Text Box 15">
              <a:extLst>
                <a:ext uri="{FF2B5EF4-FFF2-40B4-BE49-F238E27FC236}">
                  <a16:creationId xmlns:a16="http://schemas.microsoft.com/office/drawing/2014/main" id="{C8C741F6-18E2-0363-08C8-912FCE0EFF7E}"/>
                </a:ext>
              </a:extLst>
            </p:cNvPr>
            <p:cNvSpPr txBox="1">
              <a:spLocks noChangeArrowheads="1"/>
            </p:cNvSpPr>
            <p:nvPr/>
          </p:nvSpPr>
          <p:spPr bwMode="auto">
            <a:xfrm>
              <a:off x="1708" y="1755"/>
              <a:ext cx="47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1.Metas</a:t>
              </a:r>
              <a:endParaRPr lang="en-US" altLang="en-US" sz="1000">
                <a:latin typeface="Calibri" panose="020F0502020204030204" pitchFamily="34" charset="0"/>
                <a:ea typeface="ＭＳ Ｐゴシック" panose="020B0600070205080204" pitchFamily="34" charset="-128"/>
              </a:endParaRPr>
            </a:p>
          </p:txBody>
        </p:sp>
        <p:sp>
          <p:nvSpPr>
            <p:cNvPr id="26640" name="Text Box 16">
              <a:extLst>
                <a:ext uri="{FF2B5EF4-FFF2-40B4-BE49-F238E27FC236}">
                  <a16:creationId xmlns:a16="http://schemas.microsoft.com/office/drawing/2014/main" id="{4DEEF639-7F54-1BBB-752B-6870CB35FFAA}"/>
                </a:ext>
              </a:extLst>
            </p:cNvPr>
            <p:cNvSpPr txBox="1">
              <a:spLocks noChangeArrowheads="1"/>
            </p:cNvSpPr>
            <p:nvPr/>
          </p:nvSpPr>
          <p:spPr bwMode="auto">
            <a:xfrm>
              <a:off x="1610" y="2068"/>
              <a:ext cx="131"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endParaRPr lang="es-ES" altLang="en-US" sz="1400">
                <a:latin typeface="Calibri" panose="020F0502020204030204" pitchFamily="34" charset="0"/>
                <a:ea typeface="ＭＳ Ｐゴシック" panose="020B0600070205080204" pitchFamily="34" charset="-128"/>
              </a:endParaRPr>
            </a:p>
          </p:txBody>
        </p:sp>
        <p:sp>
          <p:nvSpPr>
            <p:cNvPr id="26641" name="Text Box 17">
              <a:extLst>
                <a:ext uri="{FF2B5EF4-FFF2-40B4-BE49-F238E27FC236}">
                  <a16:creationId xmlns:a16="http://schemas.microsoft.com/office/drawing/2014/main" id="{232F7F3C-ACAC-BF10-28F1-7BA0E09E2517}"/>
                </a:ext>
              </a:extLst>
            </p:cNvPr>
            <p:cNvSpPr txBox="1">
              <a:spLocks noChangeArrowheads="1"/>
            </p:cNvSpPr>
            <p:nvPr/>
          </p:nvSpPr>
          <p:spPr bwMode="auto">
            <a:xfrm>
              <a:off x="1835" y="2061"/>
              <a:ext cx="981"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buFontTx/>
                <a:buChar char="•"/>
              </a:pPr>
              <a:r>
                <a:rPr lang="es-MX" altLang="en-US" sz="1600" b="1">
                  <a:solidFill>
                    <a:schemeClr val="bg2"/>
                  </a:solidFill>
                  <a:latin typeface="Calibri" panose="020F0502020204030204" pitchFamily="34" charset="0"/>
                  <a:ea typeface="ＭＳ Ｐゴシック" panose="020B0600070205080204" pitchFamily="34" charset="-128"/>
                </a:rPr>
                <a:t>Decide el asunto a discutir</a:t>
              </a:r>
            </a:p>
            <a:p>
              <a:pPr eaLnBrk="1" hangingPunct="1">
                <a:buFontTx/>
                <a:buChar char="•"/>
              </a:pPr>
              <a:r>
                <a:rPr lang="es-MX" altLang="en-US" sz="1600" b="1">
                  <a:solidFill>
                    <a:schemeClr val="bg2"/>
                  </a:solidFill>
                  <a:latin typeface="Calibri" panose="020F0502020204030204" pitchFamily="34" charset="0"/>
                  <a:ea typeface="ＭＳ Ｐゴシック" panose="020B0600070205080204" pitchFamily="34" charset="-128"/>
                </a:rPr>
                <a:t>Si es necesario, determina un objetivo a largo plazo</a:t>
              </a:r>
              <a:endParaRPr lang="en-US" altLang="en-US" sz="1600" b="1">
                <a:solidFill>
                  <a:schemeClr val="bg2"/>
                </a:solidFill>
                <a:latin typeface="Calibri" panose="020F0502020204030204" pitchFamily="34" charset="0"/>
                <a:ea typeface="ＭＳ Ｐゴシック" panose="020B0600070205080204" pitchFamily="34" charset="-128"/>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ECDE2-0D2F-D31B-8140-C7D01ABD3864}"/>
              </a:ext>
            </a:extLst>
          </p:cNvPr>
          <p:cNvSpPr>
            <a:spLocks noGrp="1"/>
          </p:cNvSpPr>
          <p:nvPr>
            <p:ph type="title"/>
          </p:nvPr>
        </p:nvSpPr>
        <p:spPr>
          <a:xfrm>
            <a:off x="8983566" y="2345167"/>
            <a:ext cx="2947482" cy="3376355"/>
          </a:xfrm>
        </p:spPr>
        <p:txBody>
          <a:bodyPr anchor="ctr">
            <a:normAutofit/>
          </a:bodyPr>
          <a:lstStyle/>
          <a:p>
            <a:pPr fontAlgn="auto">
              <a:spcAft>
                <a:spcPts val="0"/>
              </a:spcAft>
              <a:defRPr/>
            </a:pPr>
            <a:r>
              <a:rPr lang="es-MX" sz="3300" b="1" kern="0">
                <a:effectLst>
                  <a:outerShdw blurRad="38100" dist="38100" dir="2700000" algn="tl">
                    <a:srgbClr val="C0C0C0"/>
                  </a:outerShdw>
                </a:effectLst>
              </a:rPr>
              <a:t>Primera Fase: Estableciendo las Metas</a:t>
            </a:r>
            <a:endParaRPr lang="en-US" sz="3300"/>
          </a:p>
        </p:txBody>
      </p:sp>
      <p:pic>
        <p:nvPicPr>
          <p:cNvPr id="27651" name="Picture 4">
            <a:extLst>
              <a:ext uri="{FF2B5EF4-FFF2-40B4-BE49-F238E27FC236}">
                <a16:creationId xmlns:a16="http://schemas.microsoft.com/office/drawing/2014/main" id="{0B5F3429-FEC1-748E-DD4C-3119315DF75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7802" y="1390962"/>
            <a:ext cx="7958532" cy="4889257"/>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1896A-0830-E8A0-CA5F-5AC8D0EA5C8B}"/>
              </a:ext>
            </a:extLst>
          </p:cNvPr>
          <p:cNvSpPr>
            <a:spLocks noGrp="1"/>
          </p:cNvSpPr>
          <p:nvPr>
            <p:ph type="title"/>
          </p:nvPr>
        </p:nvSpPr>
        <p:spPr>
          <a:xfrm>
            <a:off x="509588" y="2638425"/>
            <a:ext cx="2432050" cy="334645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Posibles Barreras: Fase Metas</a:t>
            </a:r>
            <a:br>
              <a:rPr lang="es-MX" b="1" kern="0" dirty="0">
                <a:solidFill>
                  <a:schemeClr val="bg1"/>
                </a:solidFill>
                <a:effectLst>
                  <a:outerShdw blurRad="38100" dist="38100" dir="2700000" algn="tl">
                    <a:srgbClr val="C0C0C0"/>
                  </a:outerShdw>
                </a:effectLst>
              </a:rPr>
            </a:br>
            <a:endParaRPr lang="en-US" dirty="0">
              <a:solidFill>
                <a:schemeClr val="bg1"/>
              </a:solidFill>
            </a:endParaRPr>
          </a:p>
        </p:txBody>
      </p:sp>
      <p:pic>
        <p:nvPicPr>
          <p:cNvPr id="28675" name="Picture 8">
            <a:extLst>
              <a:ext uri="{FF2B5EF4-FFF2-40B4-BE49-F238E27FC236}">
                <a16:creationId xmlns:a16="http://schemas.microsoft.com/office/drawing/2014/main" id="{69349BCB-7815-0F54-97F2-0C34484F2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2175" y="390525"/>
            <a:ext cx="809625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A9B6D-2C44-AC27-7C3E-7E343B26ED0A}"/>
              </a:ext>
            </a:extLst>
          </p:cNvPr>
          <p:cNvSpPr>
            <a:spLocks noGrp="1"/>
          </p:cNvSpPr>
          <p:nvPr>
            <p:ph type="title"/>
          </p:nvPr>
        </p:nvSpPr>
        <p:spPr>
          <a:xfrm>
            <a:off x="509588" y="2638425"/>
            <a:ext cx="2432050" cy="3346450"/>
          </a:xfrm>
        </p:spPr>
        <p:txBody>
          <a:bodyPr/>
          <a:lstStyle/>
          <a:p>
            <a:pPr fontAlgn="auto">
              <a:spcAft>
                <a:spcPts val="0"/>
              </a:spcAft>
              <a:defRPr/>
            </a:pPr>
            <a:r>
              <a:rPr lang="es-MX" altLang="en-US" b="1" dirty="0">
                <a:solidFill>
                  <a:schemeClr val="bg1"/>
                </a:solidFill>
                <a:effectLst>
                  <a:outerShdw blurRad="38100" dist="38100" dir="2700000" algn="tl">
                    <a:srgbClr val="C0C0C0"/>
                  </a:outerShdw>
                </a:effectLst>
                <a:latin typeface="Calibri" panose="020F0502020204030204" pitchFamily="34" charset="0"/>
              </a:rPr>
              <a:t>Síntomas de una sesión exitosa: Fase Metas </a:t>
            </a:r>
            <a:br>
              <a:rPr lang="es-MX" altLang="en-US" b="1" dirty="0">
                <a:solidFill>
                  <a:srgbClr val="002060"/>
                </a:solidFill>
                <a:effectLst>
                  <a:outerShdw blurRad="38100" dist="38100" dir="2700000" algn="tl">
                    <a:srgbClr val="C0C0C0"/>
                  </a:outerShdw>
                </a:effectLst>
                <a:latin typeface="Calibri" panose="020F0502020204030204" pitchFamily="34" charset="0"/>
              </a:rPr>
            </a:br>
            <a:endParaRPr lang="en-US" dirty="0"/>
          </a:p>
        </p:txBody>
      </p:sp>
      <p:pic>
        <p:nvPicPr>
          <p:cNvPr id="29699" name="Picture 4">
            <a:extLst>
              <a:ext uri="{FF2B5EF4-FFF2-40B4-BE49-F238E27FC236}">
                <a16:creationId xmlns:a16="http://schemas.microsoft.com/office/drawing/2014/main" id="{A8AF3503-D4CE-7762-80F7-EAD646CCC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25" y="719138"/>
            <a:ext cx="7848600" cy="536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F21AF-6B11-DD53-0088-B79EA874F2D3}"/>
              </a:ext>
            </a:extLst>
          </p:cNvPr>
          <p:cNvSpPr>
            <a:spLocks noGrp="1"/>
          </p:cNvSpPr>
          <p:nvPr>
            <p:ph type="title"/>
          </p:nvPr>
        </p:nvSpPr>
        <p:spPr>
          <a:xfrm>
            <a:off x="509588" y="2638425"/>
            <a:ext cx="2432050" cy="334645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Segunda Fase: Objetivos</a:t>
            </a:r>
            <a:br>
              <a:rPr lang="es-MX" b="1" kern="0" dirty="0">
                <a:solidFill>
                  <a:srgbClr val="002060"/>
                </a:solidFill>
                <a:effectLst>
                  <a:outerShdw blurRad="38100" dist="38100" dir="2700000" algn="tl">
                    <a:srgbClr val="C0C0C0"/>
                  </a:outerShdw>
                </a:effectLst>
              </a:rPr>
            </a:br>
            <a:endParaRPr lang="en-US" dirty="0"/>
          </a:p>
        </p:txBody>
      </p:sp>
      <p:grpSp>
        <p:nvGrpSpPr>
          <p:cNvPr id="30723" name="Group 4">
            <a:extLst>
              <a:ext uri="{FF2B5EF4-FFF2-40B4-BE49-F238E27FC236}">
                <a16:creationId xmlns:a16="http://schemas.microsoft.com/office/drawing/2014/main" id="{06A45DE2-5804-0113-CC36-551E34B2B6ED}"/>
              </a:ext>
            </a:extLst>
          </p:cNvPr>
          <p:cNvGrpSpPr>
            <a:grpSpLocks/>
          </p:cNvGrpSpPr>
          <p:nvPr/>
        </p:nvGrpSpPr>
        <p:grpSpPr bwMode="auto">
          <a:xfrm>
            <a:off x="4252913" y="1730375"/>
            <a:ext cx="6186487" cy="3684588"/>
            <a:chOff x="777" y="1598"/>
            <a:chExt cx="2892" cy="3569"/>
          </a:xfrm>
        </p:grpSpPr>
        <p:sp>
          <p:nvSpPr>
            <p:cNvPr id="6" name="Oval 3">
              <a:extLst>
                <a:ext uri="{FF2B5EF4-FFF2-40B4-BE49-F238E27FC236}">
                  <a16:creationId xmlns:a16="http://schemas.microsoft.com/office/drawing/2014/main" id="{56ACCDC5-121F-96EF-08CC-6953910D8788}"/>
                </a:ext>
              </a:extLst>
            </p:cNvPr>
            <p:cNvSpPr>
              <a:spLocks noChangeArrowheads="1"/>
            </p:cNvSpPr>
            <p:nvPr/>
          </p:nvSpPr>
          <p:spPr bwMode="auto">
            <a:xfrm>
              <a:off x="777" y="1598"/>
              <a:ext cx="2892" cy="3569"/>
            </a:xfrm>
            <a:prstGeom prst="ellipse">
              <a:avLst/>
            </a:prstGeom>
            <a:noFill/>
            <a:ln w="28575">
              <a:gradFill>
                <a:gsLst>
                  <a:gs pos="0">
                    <a:schemeClr val="bg1"/>
                  </a:gs>
                  <a:gs pos="33000">
                    <a:schemeClr val="tx1"/>
                  </a:gs>
                </a:gsLst>
                <a:lin ang="5400000" scaled="0"/>
              </a:gradFill>
              <a:round/>
              <a:headEnd/>
              <a:tailEnd/>
            </a:ln>
            <a:effectLst>
              <a:outerShdw blurRad="88900" dist="177800" dir="3000000" algn="l" rotWithShape="0">
                <a:prstClr val="black">
                  <a:alpha val="48000"/>
                </a:prstClr>
              </a:outerShdw>
            </a:effectLst>
          </p:spPr>
          <p:txBody>
            <a:bodyPr wrap="none" anchor="ctr"/>
            <a:lstStyle/>
            <a:p>
              <a:pPr algn="ctr" eaLnBrk="1" fontAlgn="auto" hangingPunct="1">
                <a:spcBef>
                  <a:spcPts val="0"/>
                </a:spcBef>
                <a:spcAft>
                  <a:spcPts val="0"/>
                </a:spcAft>
                <a:defRPr/>
              </a:pPr>
              <a:endParaRPr lang="en-GB" sz="1200">
                <a:latin typeface="Tahoma" pitchFamily="34" charset="0"/>
              </a:endParaRPr>
            </a:p>
          </p:txBody>
        </p:sp>
        <p:sp>
          <p:nvSpPr>
            <p:cNvPr id="7" name="Oval 4">
              <a:extLst>
                <a:ext uri="{FF2B5EF4-FFF2-40B4-BE49-F238E27FC236}">
                  <a16:creationId xmlns:a16="http://schemas.microsoft.com/office/drawing/2014/main" id="{9663A9BC-F411-620C-1E7C-54E197491560}"/>
                </a:ext>
              </a:extLst>
            </p:cNvPr>
            <p:cNvSpPr>
              <a:spLocks noChangeArrowheads="1"/>
            </p:cNvSpPr>
            <p:nvPr/>
          </p:nvSpPr>
          <p:spPr bwMode="auto">
            <a:xfrm>
              <a:off x="1559" y="2627"/>
              <a:ext cx="1793" cy="1916"/>
            </a:xfrm>
            <a:prstGeom prst="ellipse">
              <a:avLst/>
            </a:prstGeom>
            <a:solidFill>
              <a:schemeClr val="bg1"/>
            </a:solidFill>
            <a:ln w="12700">
              <a:gradFill flip="none" rotWithShape="1">
                <a:gsLst>
                  <a:gs pos="71000">
                    <a:srgbClr val="000082"/>
                  </a:gs>
                  <a:gs pos="30000">
                    <a:srgbClr val="66008F"/>
                  </a:gs>
                  <a:gs pos="64999">
                    <a:srgbClr val="BA0066"/>
                  </a:gs>
                  <a:gs pos="89999">
                    <a:srgbClr val="FF0000"/>
                  </a:gs>
                  <a:gs pos="100000">
                    <a:srgbClr val="FF8200"/>
                  </a:gs>
                </a:gsLst>
                <a:path path="shape">
                  <a:fillToRect l="50000" t="50000" r="50000" b="50000"/>
                </a:path>
                <a:tileRect/>
              </a:gra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defRPr/>
              </a:pPr>
              <a:r>
                <a:rPr lang="en-GB" altLang="en-US" sz="1600" dirty="0">
                  <a:solidFill>
                    <a:srgbClr val="000808"/>
                  </a:solidFill>
                </a:rPr>
                <a:t>¿</a:t>
              </a:r>
              <a:r>
                <a:rPr lang="en-GB" altLang="en-US" sz="1600" dirty="0" err="1">
                  <a:solidFill>
                    <a:srgbClr val="000808"/>
                  </a:solidFill>
                </a:rPr>
                <a:t>Qué</a:t>
              </a:r>
              <a:r>
                <a:rPr lang="en-GB" altLang="en-US" sz="1600" dirty="0">
                  <a:solidFill>
                    <a:srgbClr val="000808"/>
                  </a:solidFill>
                </a:rPr>
                <a:t>? </a:t>
              </a:r>
            </a:p>
            <a:p>
              <a:pPr algn="ctr" eaLnBrk="1" fontAlgn="auto" hangingPunct="1">
                <a:spcBef>
                  <a:spcPts val="0"/>
                </a:spcBef>
                <a:spcAft>
                  <a:spcPts val="0"/>
                </a:spcAft>
                <a:defRPr/>
              </a:pPr>
              <a:r>
                <a:rPr lang="en-GB" altLang="en-US" sz="1600" dirty="0">
                  <a:solidFill>
                    <a:srgbClr val="000808"/>
                  </a:solidFill>
                </a:rPr>
                <a:t>¿</a:t>
              </a:r>
              <a:r>
                <a:rPr lang="en-GB" altLang="en-US" sz="1600" dirty="0" err="1">
                  <a:solidFill>
                    <a:srgbClr val="000808"/>
                  </a:solidFill>
                </a:rPr>
                <a:t>Cómo</a:t>
              </a:r>
              <a:r>
                <a:rPr lang="en-GB" altLang="en-US" sz="1600" dirty="0">
                  <a:solidFill>
                    <a:srgbClr val="000808"/>
                  </a:solidFill>
                </a:rPr>
                <a:t>?          ¿</a:t>
              </a:r>
              <a:r>
                <a:rPr lang="en-GB" altLang="en-US" sz="1600" dirty="0" err="1">
                  <a:solidFill>
                    <a:srgbClr val="000808"/>
                  </a:solidFill>
                </a:rPr>
                <a:t>Dónde</a:t>
              </a:r>
              <a:r>
                <a:rPr lang="en-GB" altLang="en-US" sz="1600" dirty="0">
                  <a:solidFill>
                    <a:srgbClr val="000808"/>
                  </a:solidFill>
                </a:rPr>
                <a:t>?</a:t>
              </a:r>
            </a:p>
            <a:p>
              <a:pPr algn="ctr" eaLnBrk="1" fontAlgn="auto" hangingPunct="1">
                <a:spcBef>
                  <a:spcPts val="0"/>
                </a:spcBef>
                <a:spcAft>
                  <a:spcPts val="0"/>
                </a:spcAft>
                <a:defRPr/>
              </a:pPr>
              <a:r>
                <a:rPr lang="en-GB" altLang="en-US" sz="1600" dirty="0">
                  <a:solidFill>
                    <a:srgbClr val="000808"/>
                  </a:solidFill>
                </a:rPr>
                <a:t>¿</a:t>
              </a:r>
              <a:r>
                <a:rPr lang="en-GB" altLang="en-US" sz="1600" dirty="0" err="1">
                  <a:solidFill>
                    <a:srgbClr val="000808"/>
                  </a:solidFill>
                </a:rPr>
                <a:t>Cuándo</a:t>
              </a:r>
              <a:r>
                <a:rPr lang="en-GB" altLang="en-US" sz="1600" dirty="0">
                  <a:solidFill>
                    <a:srgbClr val="000808"/>
                  </a:solidFill>
                </a:rPr>
                <a:t>?</a:t>
              </a:r>
            </a:p>
            <a:p>
              <a:pPr algn="ctr" eaLnBrk="1" fontAlgn="auto" hangingPunct="1">
                <a:spcBef>
                  <a:spcPts val="0"/>
                </a:spcBef>
                <a:spcAft>
                  <a:spcPts val="0"/>
                </a:spcAft>
                <a:defRPr/>
              </a:pPr>
              <a:endParaRPr lang="en-GB" altLang="en-US" sz="500" dirty="0">
                <a:solidFill>
                  <a:srgbClr val="000808"/>
                </a:solidFill>
              </a:endParaRPr>
            </a:p>
          </p:txBody>
        </p:sp>
        <p:sp>
          <p:nvSpPr>
            <p:cNvPr id="30730" name="Line 5">
              <a:extLst>
                <a:ext uri="{FF2B5EF4-FFF2-40B4-BE49-F238E27FC236}">
                  <a16:creationId xmlns:a16="http://schemas.microsoft.com/office/drawing/2014/main" id="{39AC5BE6-56EE-373F-731B-410E21E6850E}"/>
                </a:ext>
              </a:extLst>
            </p:cNvPr>
            <p:cNvSpPr>
              <a:spLocks noChangeShapeType="1"/>
            </p:cNvSpPr>
            <p:nvPr/>
          </p:nvSpPr>
          <p:spPr bwMode="auto">
            <a:xfrm>
              <a:off x="1355" y="1961"/>
              <a:ext cx="443" cy="84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0731" name="Line 6">
              <a:extLst>
                <a:ext uri="{FF2B5EF4-FFF2-40B4-BE49-F238E27FC236}">
                  <a16:creationId xmlns:a16="http://schemas.microsoft.com/office/drawing/2014/main" id="{492E065C-84A5-21F8-A0AA-0B2723656A23}"/>
                </a:ext>
              </a:extLst>
            </p:cNvPr>
            <p:cNvSpPr>
              <a:spLocks noChangeShapeType="1"/>
            </p:cNvSpPr>
            <p:nvPr/>
          </p:nvSpPr>
          <p:spPr bwMode="auto">
            <a:xfrm flipV="1">
              <a:off x="981" y="3533"/>
              <a:ext cx="613" cy="72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0732" name="Line 7">
              <a:extLst>
                <a:ext uri="{FF2B5EF4-FFF2-40B4-BE49-F238E27FC236}">
                  <a16:creationId xmlns:a16="http://schemas.microsoft.com/office/drawing/2014/main" id="{7C1EE352-9E39-9DB2-9C85-80802DE75829}"/>
                </a:ext>
              </a:extLst>
            </p:cNvPr>
            <p:cNvSpPr>
              <a:spLocks noChangeShapeType="1"/>
            </p:cNvSpPr>
            <p:nvPr/>
          </p:nvSpPr>
          <p:spPr bwMode="auto">
            <a:xfrm>
              <a:off x="2478" y="4017"/>
              <a:ext cx="170" cy="109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0733" name="Line 8">
              <a:extLst>
                <a:ext uri="{FF2B5EF4-FFF2-40B4-BE49-F238E27FC236}">
                  <a16:creationId xmlns:a16="http://schemas.microsoft.com/office/drawing/2014/main" id="{0165CB81-5AC6-7EA8-5B8F-DC885E2D359C}"/>
                </a:ext>
              </a:extLst>
            </p:cNvPr>
            <p:cNvSpPr>
              <a:spLocks noChangeShapeType="1"/>
            </p:cNvSpPr>
            <p:nvPr/>
          </p:nvSpPr>
          <p:spPr bwMode="auto">
            <a:xfrm flipV="1">
              <a:off x="2921" y="2808"/>
              <a:ext cx="680" cy="303"/>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0734" name="Line 9">
              <a:extLst>
                <a:ext uri="{FF2B5EF4-FFF2-40B4-BE49-F238E27FC236}">
                  <a16:creationId xmlns:a16="http://schemas.microsoft.com/office/drawing/2014/main" id="{6875AE16-42FD-4EBD-1E8B-5762A2CF80DF}"/>
                </a:ext>
              </a:extLst>
            </p:cNvPr>
            <p:cNvSpPr>
              <a:spLocks noChangeShapeType="1"/>
            </p:cNvSpPr>
            <p:nvPr/>
          </p:nvSpPr>
          <p:spPr bwMode="auto">
            <a:xfrm flipH="1">
              <a:off x="2444" y="1720"/>
              <a:ext cx="204" cy="90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0735" name="Text Box 16">
              <a:extLst>
                <a:ext uri="{FF2B5EF4-FFF2-40B4-BE49-F238E27FC236}">
                  <a16:creationId xmlns:a16="http://schemas.microsoft.com/office/drawing/2014/main" id="{EC4DC047-11DB-AE9F-C733-62B12EBCB731}"/>
                </a:ext>
              </a:extLst>
            </p:cNvPr>
            <p:cNvSpPr txBox="1">
              <a:spLocks noChangeArrowheads="1"/>
            </p:cNvSpPr>
            <p:nvPr/>
          </p:nvSpPr>
          <p:spPr bwMode="auto">
            <a:xfrm>
              <a:off x="1475" y="1972"/>
              <a:ext cx="175"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endParaRPr lang="es-ES" altLang="en-US" sz="1400">
                <a:latin typeface="Calibri" panose="020F0502020204030204" pitchFamily="34" charset="0"/>
                <a:ea typeface="ＭＳ Ｐゴシック" panose="020B0600070205080204" pitchFamily="34" charset="-128"/>
              </a:endParaRPr>
            </a:p>
          </p:txBody>
        </p:sp>
        <p:sp>
          <p:nvSpPr>
            <p:cNvPr id="30736" name="Text Box 17">
              <a:extLst>
                <a:ext uri="{FF2B5EF4-FFF2-40B4-BE49-F238E27FC236}">
                  <a16:creationId xmlns:a16="http://schemas.microsoft.com/office/drawing/2014/main" id="{C5FF7B63-FBFD-6590-0CC6-B6D5C6DB153C}"/>
                </a:ext>
              </a:extLst>
            </p:cNvPr>
            <p:cNvSpPr txBox="1">
              <a:spLocks noChangeArrowheads="1"/>
            </p:cNvSpPr>
            <p:nvPr/>
          </p:nvSpPr>
          <p:spPr bwMode="auto">
            <a:xfrm>
              <a:off x="2659" y="2141"/>
              <a:ext cx="60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2. Objetivos</a:t>
              </a:r>
              <a:endParaRPr lang="en-US" altLang="en-US" sz="1000">
                <a:latin typeface="Calibri" panose="020F0502020204030204" pitchFamily="34" charset="0"/>
                <a:ea typeface="ＭＳ Ｐゴシック" panose="020B0600070205080204" pitchFamily="34" charset="-128"/>
              </a:endParaRPr>
            </a:p>
          </p:txBody>
        </p:sp>
        <p:sp>
          <p:nvSpPr>
            <p:cNvPr id="30737" name="Text Box 18">
              <a:extLst>
                <a:ext uri="{FF2B5EF4-FFF2-40B4-BE49-F238E27FC236}">
                  <a16:creationId xmlns:a16="http://schemas.microsoft.com/office/drawing/2014/main" id="{16461A8C-E0B7-930C-CD27-F0DB17E3ECB6}"/>
                </a:ext>
              </a:extLst>
            </p:cNvPr>
            <p:cNvSpPr txBox="1">
              <a:spLocks noChangeArrowheads="1"/>
            </p:cNvSpPr>
            <p:nvPr/>
          </p:nvSpPr>
          <p:spPr bwMode="auto">
            <a:xfrm>
              <a:off x="1413" y="2084"/>
              <a:ext cx="1384"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600" b="1">
                  <a:solidFill>
                    <a:schemeClr val="bg2"/>
                  </a:solidFill>
                  <a:latin typeface="Calibri" panose="020F0502020204030204" pitchFamily="34" charset="0"/>
                  <a:ea typeface="ＭＳ Ｐゴシック" panose="020B0600070205080204" pitchFamily="34" charset="-128"/>
                </a:rPr>
                <a:t>Objetivo: SMART</a:t>
              </a:r>
              <a:endParaRPr lang="en-US" altLang="en-US" sz="1600" b="1">
                <a:solidFill>
                  <a:schemeClr val="bg2"/>
                </a:solidFill>
                <a:latin typeface="Calibri" panose="020F0502020204030204" pitchFamily="34" charset="0"/>
                <a:ea typeface="ＭＳ Ｐゴシック" panose="020B0600070205080204" pitchFamily="34" charset="-128"/>
              </a:endParaRPr>
            </a:p>
          </p:txBody>
        </p:sp>
        <p:sp>
          <p:nvSpPr>
            <p:cNvPr id="30738" name="Text Box 19">
              <a:extLst>
                <a:ext uri="{FF2B5EF4-FFF2-40B4-BE49-F238E27FC236}">
                  <a16:creationId xmlns:a16="http://schemas.microsoft.com/office/drawing/2014/main" id="{D872A02E-20AB-6E0A-79C7-1AB4C986D3A0}"/>
                </a:ext>
              </a:extLst>
            </p:cNvPr>
            <p:cNvSpPr txBox="1">
              <a:spLocks noChangeArrowheads="1"/>
            </p:cNvSpPr>
            <p:nvPr/>
          </p:nvSpPr>
          <p:spPr bwMode="auto">
            <a:xfrm>
              <a:off x="1854" y="1832"/>
              <a:ext cx="543"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1. Metas</a:t>
              </a:r>
              <a:endParaRPr lang="en-US" altLang="en-US" sz="1000">
                <a:latin typeface="Calibri" panose="020F0502020204030204" pitchFamily="34" charset="0"/>
                <a:ea typeface="ＭＳ Ｐゴシック" panose="020B0600070205080204" pitchFamily="34" charset="-128"/>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DA5-4301-D05C-F355-9254E5DC1011}"/>
              </a:ext>
            </a:extLst>
          </p:cNvPr>
          <p:cNvSpPr>
            <a:spLocks noGrp="1"/>
          </p:cNvSpPr>
          <p:nvPr>
            <p:ph type="title"/>
          </p:nvPr>
        </p:nvSpPr>
        <p:spPr>
          <a:xfrm>
            <a:off x="252413" y="2044700"/>
            <a:ext cx="2947987" cy="3679825"/>
          </a:xfrm>
        </p:spPr>
        <p:txBody>
          <a:bodyPr/>
          <a:lstStyle/>
          <a:p>
            <a:pPr fontAlgn="auto">
              <a:spcAft>
                <a:spcPts val="0"/>
              </a:spcAft>
              <a:defRPr/>
            </a:pPr>
            <a:r>
              <a:rPr lang="en-US" dirty="0"/>
              <a:t>Para </a:t>
            </a:r>
            <a:r>
              <a:rPr lang="en-US" dirty="0" err="1"/>
              <a:t>hacer</a:t>
            </a:r>
            <a:r>
              <a:rPr lang="en-US" dirty="0"/>
              <a:t> </a:t>
            </a:r>
            <a:r>
              <a:rPr lang="en-US" dirty="0" err="1"/>
              <a:t>los</a:t>
            </a:r>
            <a:r>
              <a:rPr lang="en-US" dirty="0"/>
              <a:t> </a:t>
            </a:r>
            <a:r>
              <a:rPr lang="en-US" dirty="0" err="1"/>
              <a:t>objetivos</a:t>
            </a:r>
            <a:r>
              <a:rPr lang="en-US" dirty="0"/>
              <a:t> SMART</a:t>
            </a:r>
          </a:p>
        </p:txBody>
      </p:sp>
      <p:pic>
        <p:nvPicPr>
          <p:cNvPr id="31747" name="Content Placeholder 3" descr="Cuadro Tengo - No Tengo">
            <a:extLst>
              <a:ext uri="{FF2B5EF4-FFF2-40B4-BE49-F238E27FC236}">
                <a16:creationId xmlns:a16="http://schemas.microsoft.com/office/drawing/2014/main" id="{22AA7E68-0AF9-A58F-4CB5-320F96584B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16400" y="620713"/>
            <a:ext cx="7085013" cy="52832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a:extLst>
              <a:ext uri="{FF2B5EF4-FFF2-40B4-BE49-F238E27FC236}">
                <a16:creationId xmlns:a16="http://schemas.microsoft.com/office/drawing/2014/main" id="{146AC07C-57E0-5DA3-F99F-D1267ABAB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835025"/>
            <a:ext cx="7758113" cy="529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BB703-42E0-241D-C7A9-4C1DD3E5E31D}"/>
              </a:ext>
            </a:extLst>
          </p:cNvPr>
          <p:cNvSpPr>
            <a:spLocks noGrp="1"/>
          </p:cNvSpPr>
          <p:nvPr>
            <p:ph type="title"/>
          </p:nvPr>
        </p:nvSpPr>
        <p:spPr>
          <a:xfrm>
            <a:off x="509588" y="2638425"/>
            <a:ext cx="2432050" cy="334645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Segunda Fase: Objetivos</a:t>
            </a:r>
            <a:br>
              <a:rPr lang="es-MX" b="1" kern="0" dirty="0">
                <a:solidFill>
                  <a:srgbClr val="002060"/>
                </a:solidFill>
                <a:effectLst>
                  <a:outerShdw blurRad="38100" dist="38100" dir="2700000" algn="tl">
                    <a:srgbClr val="C0C0C0"/>
                  </a:outerShdw>
                </a:effectLst>
              </a:rPr>
            </a:br>
            <a:endParaRPr lang="en-US" dirty="0"/>
          </a:p>
        </p:txBody>
      </p:sp>
      <p:sp>
        <p:nvSpPr>
          <p:cNvPr id="3" name="Text Placeholder 2">
            <a:extLst>
              <a:ext uri="{FF2B5EF4-FFF2-40B4-BE49-F238E27FC236}">
                <a16:creationId xmlns:a16="http://schemas.microsoft.com/office/drawing/2014/main" id="{72716635-275F-57F4-6898-55291A94316A}"/>
              </a:ext>
            </a:extLst>
          </p:cNvPr>
          <p:cNvSpPr>
            <a:spLocks noGrp="1"/>
          </p:cNvSpPr>
          <p:nvPr>
            <p:ph type="body" sz="quarter" idx="13"/>
          </p:nvPr>
        </p:nvSpPr>
        <p:spPr/>
        <p:txBody>
          <a:bodyPr rtlCol="0">
            <a:normAutofit fontScale="85000" lnSpcReduction="20000"/>
          </a:bodyPr>
          <a:lstStyle/>
          <a:p>
            <a:pPr marL="182880" indent="-182880" algn="just" fontAlgn="auto">
              <a:spcBef>
                <a:spcPct val="0"/>
              </a:spcBef>
              <a:spcAft>
                <a:spcPts val="0"/>
              </a:spcAft>
              <a:buFontTx/>
              <a:buNone/>
              <a:defRPr/>
            </a:pPr>
            <a:r>
              <a:rPr lang="es-MX" altLang="en-US" dirty="0">
                <a:solidFill>
                  <a:srgbClr val="1F497D"/>
                </a:solidFill>
                <a:latin typeface="Calibri" panose="020F0502020204030204" pitchFamily="34" charset="0"/>
              </a:rPr>
              <a:t>En esta fase se definen los objetivos asociados a la meta planteada, los cuales deben de cumplir con las características SMART</a:t>
            </a:r>
          </a:p>
          <a:p>
            <a:pPr marL="182880" indent="-182880" algn="just" fontAlgn="auto">
              <a:spcBef>
                <a:spcPct val="0"/>
              </a:spcBef>
              <a:spcAft>
                <a:spcPts val="0"/>
              </a:spcAft>
              <a:buFontTx/>
              <a:buNone/>
              <a:defRPr/>
            </a:pPr>
            <a:endParaRPr lang="es-MX" altLang="en-US" dirty="0">
              <a:solidFill>
                <a:srgbClr val="1F497D"/>
              </a:solidFill>
              <a:latin typeface="Calibri" panose="020F0502020204030204" pitchFamily="34" charset="0"/>
            </a:endParaRPr>
          </a:p>
          <a:p>
            <a:pPr marL="182880" indent="-182880" algn="just" fontAlgn="auto">
              <a:spcBef>
                <a:spcPct val="0"/>
              </a:spcBef>
              <a:spcAft>
                <a:spcPts val="0"/>
              </a:spcAft>
              <a:buFontTx/>
              <a:buNone/>
              <a:defRPr/>
            </a:pPr>
            <a:r>
              <a:rPr lang="es-MX" altLang="en-US" b="1" dirty="0">
                <a:solidFill>
                  <a:srgbClr val="1F497D"/>
                </a:solidFill>
                <a:latin typeface="Calibri" panose="020F0502020204030204" pitchFamily="34" charset="0"/>
              </a:rPr>
              <a:t>Específicos: </a:t>
            </a:r>
            <a:r>
              <a:rPr lang="es-MX" altLang="en-US" dirty="0">
                <a:solidFill>
                  <a:srgbClr val="1F497D"/>
                </a:solidFill>
                <a:latin typeface="Calibri" panose="020F0502020204030204" pitchFamily="34" charset="0"/>
              </a:rPr>
              <a:t>Se ha de buscar la mayor concreción posible para que no haya luego problemas de interpretación y ambas partes lo tengan claro. Nada de vaguedades.</a:t>
            </a:r>
          </a:p>
          <a:p>
            <a:pPr marL="182880" indent="-182880" algn="just" fontAlgn="auto">
              <a:spcBef>
                <a:spcPct val="0"/>
              </a:spcBef>
              <a:spcAft>
                <a:spcPts val="0"/>
              </a:spcAft>
              <a:buFontTx/>
              <a:buNone/>
              <a:defRPr/>
            </a:pPr>
            <a:endParaRPr lang="es-MX" altLang="en-US" dirty="0">
              <a:solidFill>
                <a:srgbClr val="1F497D"/>
              </a:solidFill>
              <a:latin typeface="Calibri" panose="020F0502020204030204" pitchFamily="34" charset="0"/>
            </a:endParaRPr>
          </a:p>
          <a:p>
            <a:pPr marL="182880" indent="-182880" algn="just" fontAlgn="auto">
              <a:spcBef>
                <a:spcPct val="0"/>
              </a:spcBef>
              <a:spcAft>
                <a:spcPts val="0"/>
              </a:spcAft>
              <a:buFontTx/>
              <a:buNone/>
              <a:defRPr/>
            </a:pPr>
            <a:r>
              <a:rPr lang="es-MX" altLang="en-US" b="1" dirty="0">
                <a:solidFill>
                  <a:srgbClr val="1F497D"/>
                </a:solidFill>
                <a:latin typeface="Calibri" panose="020F0502020204030204" pitchFamily="34" charset="0"/>
              </a:rPr>
              <a:t>Medibles: </a:t>
            </a:r>
            <a:r>
              <a:rPr lang="es-MX" altLang="en-US" dirty="0">
                <a:solidFill>
                  <a:srgbClr val="1F497D"/>
                </a:solidFill>
                <a:latin typeface="Calibri" panose="020F0502020204030204" pitchFamily="34" charset="0"/>
              </a:rPr>
              <a:t>Lo que no se puede medir, simplemente no existe. Se ha de establecer siempre objetivos cuantitativos (que pueden reflejar cualidad). No es lo mismo tener como objetivo ofrecer una gran atención al cliente que reducir el número de quejas un 50%. En el segundo caso se podrá saber exactamente en que grado se ha cumplido el objetivo o no.</a:t>
            </a:r>
          </a:p>
          <a:p>
            <a:pPr marL="182880" indent="-182880" algn="just" fontAlgn="auto">
              <a:spcBef>
                <a:spcPct val="0"/>
              </a:spcBef>
              <a:spcAft>
                <a:spcPts val="0"/>
              </a:spcAft>
              <a:buFontTx/>
              <a:buNone/>
              <a:defRPr/>
            </a:pPr>
            <a:endParaRPr lang="es-MX" altLang="en-US" dirty="0">
              <a:solidFill>
                <a:srgbClr val="1F497D"/>
              </a:solidFill>
              <a:latin typeface="Calibri" panose="020F0502020204030204" pitchFamily="34" charset="0"/>
            </a:endParaRPr>
          </a:p>
          <a:p>
            <a:pPr marL="182880" indent="-182880" algn="just" fontAlgn="auto">
              <a:spcBef>
                <a:spcPct val="0"/>
              </a:spcBef>
              <a:spcAft>
                <a:spcPts val="0"/>
              </a:spcAft>
              <a:buFontTx/>
              <a:buNone/>
              <a:defRPr/>
            </a:pPr>
            <a:r>
              <a:rPr lang="es-MX" altLang="en-US" b="1" dirty="0">
                <a:solidFill>
                  <a:srgbClr val="1F497D"/>
                </a:solidFill>
                <a:latin typeface="Calibri" panose="020F0502020204030204" pitchFamily="34" charset="0"/>
              </a:rPr>
              <a:t>Alcanzables: </a:t>
            </a:r>
            <a:r>
              <a:rPr lang="es-MX" altLang="en-US" dirty="0">
                <a:solidFill>
                  <a:srgbClr val="1F497D"/>
                </a:solidFill>
                <a:latin typeface="Calibri" panose="020F0502020204030204" pitchFamily="34" charset="0"/>
              </a:rPr>
              <a:t>No hay que despegar nunca los pies del suelo. Sin duda hay muchas cosas que se pueden hacer pero es más importante saber si se deben hacer. Hay que buscar siempre enmarcar los objetivos dentro de la ética, los valores de la compañía -o de uno mismo-, y el entorno. Así como analizar cómo pueden afectar a terceras partes.</a:t>
            </a:r>
          </a:p>
          <a:p>
            <a:pPr marL="182880" indent="-182880" fontAlgn="auto">
              <a:spcAft>
                <a:spcPts val="0"/>
              </a:spcAft>
              <a:defRPr/>
            </a:pPr>
            <a:endParaRPr lang="en-US" dirty="0"/>
          </a:p>
        </p:txBody>
      </p:sp>
      <p:pic>
        <p:nvPicPr>
          <p:cNvPr id="33796" name="Picture 4">
            <a:extLst>
              <a:ext uri="{FF2B5EF4-FFF2-40B4-BE49-F238E27FC236}">
                <a16:creationId xmlns:a16="http://schemas.microsoft.com/office/drawing/2014/main" id="{DDEDA1BF-301F-7297-3241-E7AB631A6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138" y="246063"/>
            <a:ext cx="4721225"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A5AC-2324-ECA7-A6F0-3B264C36304E}"/>
              </a:ext>
            </a:extLst>
          </p:cNvPr>
          <p:cNvSpPr>
            <a:spLocks noGrp="1"/>
          </p:cNvSpPr>
          <p:nvPr>
            <p:ph type="title"/>
          </p:nvPr>
        </p:nvSpPr>
        <p:spPr>
          <a:xfrm>
            <a:off x="509588" y="2638425"/>
            <a:ext cx="2432050" cy="334645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Segunda Fase: Objetivos</a:t>
            </a:r>
            <a:br>
              <a:rPr lang="es-MX" b="1" kern="0" dirty="0">
                <a:solidFill>
                  <a:srgbClr val="002060"/>
                </a:solidFill>
                <a:effectLst>
                  <a:outerShdw blurRad="38100" dist="38100" dir="2700000" algn="tl">
                    <a:srgbClr val="C0C0C0"/>
                  </a:outerShdw>
                </a:effectLst>
              </a:rPr>
            </a:br>
            <a:endParaRPr lang="en-US" dirty="0"/>
          </a:p>
        </p:txBody>
      </p:sp>
      <p:sp>
        <p:nvSpPr>
          <p:cNvPr id="3" name="Text Placeholder 2">
            <a:extLst>
              <a:ext uri="{FF2B5EF4-FFF2-40B4-BE49-F238E27FC236}">
                <a16:creationId xmlns:a16="http://schemas.microsoft.com/office/drawing/2014/main" id="{19103622-BBD4-7FA4-8D77-C5B600C1E1E1}"/>
              </a:ext>
            </a:extLst>
          </p:cNvPr>
          <p:cNvSpPr>
            <a:spLocks noGrp="1"/>
          </p:cNvSpPr>
          <p:nvPr>
            <p:ph type="body" sz="quarter" idx="13"/>
          </p:nvPr>
        </p:nvSpPr>
        <p:spPr/>
        <p:txBody>
          <a:bodyPr rtlCol="0">
            <a:normAutofit fontScale="92500" lnSpcReduction="20000"/>
          </a:bodyPr>
          <a:lstStyle/>
          <a:p>
            <a:pPr marL="182880" indent="-182880" algn="just" fontAlgn="auto">
              <a:spcBef>
                <a:spcPct val="0"/>
              </a:spcBef>
              <a:spcAft>
                <a:spcPts val="0"/>
              </a:spcAft>
              <a:buFontTx/>
              <a:buNone/>
              <a:defRPr/>
            </a:pPr>
            <a:endParaRPr lang="es-MX" altLang="en-US" dirty="0">
              <a:solidFill>
                <a:srgbClr val="1F497D"/>
              </a:solidFill>
              <a:latin typeface="Calibri" panose="020F0502020204030204" pitchFamily="34" charset="0"/>
            </a:endParaRPr>
          </a:p>
          <a:p>
            <a:pPr marL="182880" indent="-182880" algn="just" fontAlgn="auto">
              <a:spcBef>
                <a:spcPct val="0"/>
              </a:spcBef>
              <a:spcAft>
                <a:spcPts val="0"/>
              </a:spcAft>
              <a:buFontTx/>
              <a:buNone/>
              <a:defRPr/>
            </a:pPr>
            <a:r>
              <a:rPr lang="es-MX" altLang="en-US" dirty="0">
                <a:solidFill>
                  <a:srgbClr val="1F497D"/>
                </a:solidFill>
                <a:latin typeface="Calibri" panose="020F0502020204030204" pitchFamily="34" charset="0"/>
              </a:rPr>
              <a:t>En esta etapa se definen metas con las características SMART (</a:t>
            </a:r>
            <a:r>
              <a:rPr lang="es-MX" altLang="en-US" dirty="0" err="1">
                <a:solidFill>
                  <a:srgbClr val="1F497D"/>
                </a:solidFill>
                <a:latin typeface="Calibri" panose="020F0502020204030204" pitchFamily="34" charset="0"/>
              </a:rPr>
              <a:t>cont</a:t>
            </a:r>
            <a:r>
              <a:rPr lang="es-MX" altLang="en-US" dirty="0">
                <a:solidFill>
                  <a:srgbClr val="1F497D"/>
                </a:solidFill>
                <a:latin typeface="Calibri" panose="020F0502020204030204" pitchFamily="34" charset="0"/>
              </a:rPr>
              <a:t>)</a:t>
            </a:r>
          </a:p>
          <a:p>
            <a:pPr marL="182880" indent="-182880" algn="just" fontAlgn="auto">
              <a:spcBef>
                <a:spcPct val="0"/>
              </a:spcBef>
              <a:spcAft>
                <a:spcPts val="0"/>
              </a:spcAft>
              <a:buFontTx/>
              <a:buNone/>
              <a:defRPr/>
            </a:pPr>
            <a:endParaRPr lang="es-MX" altLang="en-US" dirty="0">
              <a:solidFill>
                <a:srgbClr val="1F497D"/>
              </a:solidFill>
              <a:latin typeface="Calibri" panose="020F0502020204030204" pitchFamily="34" charset="0"/>
            </a:endParaRPr>
          </a:p>
          <a:p>
            <a:pPr marL="182880" indent="-182880" algn="just" fontAlgn="auto">
              <a:spcBef>
                <a:spcPct val="0"/>
              </a:spcBef>
              <a:spcAft>
                <a:spcPts val="0"/>
              </a:spcAft>
              <a:buFontTx/>
              <a:buNone/>
              <a:defRPr/>
            </a:pPr>
            <a:r>
              <a:rPr lang="es-MX" altLang="en-US" b="1" dirty="0">
                <a:solidFill>
                  <a:srgbClr val="1F497D"/>
                </a:solidFill>
                <a:latin typeface="Calibri" panose="020F0502020204030204" pitchFamily="34" charset="0"/>
              </a:rPr>
              <a:t>Realistas: </a:t>
            </a:r>
            <a:r>
              <a:rPr lang="es-MX" altLang="en-US" dirty="0">
                <a:solidFill>
                  <a:srgbClr val="1F497D"/>
                </a:solidFill>
                <a:latin typeface="Calibri" panose="020F0502020204030204" pitchFamily="34" charset="0"/>
              </a:rPr>
              <a:t>Los objetivos tienes que conseguir sacar lo mejor de nosotros o del equipo. Tiene que ser un reto. Pero si es demasiado ambicioso y queda fuera de lo posible, entrará en juego la desmotivación. Por ello el objetivo debe ser siempre ambicioso pero posible. Además, hay que prever la posibilidad de reajustar los objetivos si hay una causa de fuerza mayor. </a:t>
            </a:r>
          </a:p>
          <a:p>
            <a:pPr marL="182880" indent="-182880" algn="just" fontAlgn="auto">
              <a:spcBef>
                <a:spcPct val="0"/>
              </a:spcBef>
              <a:spcAft>
                <a:spcPts val="0"/>
              </a:spcAft>
              <a:buFontTx/>
              <a:buNone/>
              <a:defRPr/>
            </a:pPr>
            <a:endParaRPr lang="es-MX" altLang="en-US" dirty="0">
              <a:solidFill>
                <a:srgbClr val="1F497D"/>
              </a:solidFill>
              <a:latin typeface="Calibri" panose="020F0502020204030204" pitchFamily="34" charset="0"/>
            </a:endParaRPr>
          </a:p>
          <a:p>
            <a:pPr marL="182880" indent="-182880" algn="just" fontAlgn="auto">
              <a:spcBef>
                <a:spcPct val="0"/>
              </a:spcBef>
              <a:spcAft>
                <a:spcPts val="0"/>
              </a:spcAft>
              <a:buFontTx/>
              <a:buNone/>
              <a:defRPr/>
            </a:pPr>
            <a:r>
              <a:rPr lang="es-MX" altLang="en-US" b="1" dirty="0">
                <a:solidFill>
                  <a:srgbClr val="1F497D"/>
                </a:solidFill>
                <a:latin typeface="Calibri" panose="020F0502020204030204" pitchFamily="34" charset="0"/>
              </a:rPr>
              <a:t>Temporales: </a:t>
            </a:r>
            <a:r>
              <a:rPr lang="es-MX" altLang="en-US" dirty="0">
                <a:solidFill>
                  <a:srgbClr val="1F497D"/>
                </a:solidFill>
                <a:latin typeface="Calibri" panose="020F0502020204030204" pitchFamily="34" charset="0"/>
              </a:rPr>
              <a:t>Hay que ser claros con la dimensión temporal de cada objetivo, así como elaborar una línea del tiempo donde vayan marcados las distintos subobjetivos o etapas para llegar al objetivo. Si te propones reducir las quejas de los clientes en un año al 50% deberías establecer una reducción progresiva para cada mes. Así puedes ir corrigiendo las cosas en lugar de tomar medidas drásticas a falta de tres meses de finalización del plazo.</a:t>
            </a:r>
          </a:p>
          <a:p>
            <a:pPr marL="182880" indent="-182880" fontAlgn="auto">
              <a:spcAft>
                <a:spcPts val="0"/>
              </a:spcAft>
              <a:defRPr/>
            </a:pPr>
            <a:endParaRPr lang="en-US" dirty="0"/>
          </a:p>
        </p:txBody>
      </p:sp>
      <p:pic>
        <p:nvPicPr>
          <p:cNvPr id="34820" name="Picture 4">
            <a:extLst>
              <a:ext uri="{FF2B5EF4-FFF2-40B4-BE49-F238E27FC236}">
                <a16:creationId xmlns:a16="http://schemas.microsoft.com/office/drawing/2014/main" id="{23A35E5D-2BC8-8956-8025-A66106611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138" y="246063"/>
            <a:ext cx="4721225"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0BFA-ED57-4EFA-FBC9-E58B5EE4B8E2}"/>
              </a:ext>
            </a:extLst>
          </p:cNvPr>
          <p:cNvSpPr>
            <a:spLocks noGrp="1"/>
          </p:cNvSpPr>
          <p:nvPr>
            <p:ph type="title"/>
          </p:nvPr>
        </p:nvSpPr>
        <p:spPr>
          <a:xfrm>
            <a:off x="1784350" y="868363"/>
            <a:ext cx="8589963" cy="143510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Posibles Barreras: Fase Objetivos</a:t>
            </a:r>
            <a:br>
              <a:rPr lang="es-MX" b="1" kern="0" dirty="0">
                <a:solidFill>
                  <a:srgbClr val="002060"/>
                </a:solidFill>
                <a:effectLst>
                  <a:outerShdw blurRad="38100" dist="38100" dir="2700000" algn="tl">
                    <a:srgbClr val="C0C0C0"/>
                  </a:outerShdw>
                </a:effectLst>
              </a:rPr>
            </a:br>
            <a:endParaRPr lang="en-US" dirty="0"/>
          </a:p>
        </p:txBody>
      </p:sp>
      <p:pic>
        <p:nvPicPr>
          <p:cNvPr id="35843" name="Picture 4">
            <a:extLst>
              <a:ext uri="{FF2B5EF4-FFF2-40B4-BE49-F238E27FC236}">
                <a16:creationId xmlns:a16="http://schemas.microsoft.com/office/drawing/2014/main" id="{69B2B009-0AB3-BE10-0DE7-B186F89EC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2379663"/>
            <a:ext cx="10874375"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85EB6-44A3-8099-CB0D-4ACADB295498}"/>
              </a:ext>
            </a:extLst>
          </p:cNvPr>
          <p:cNvSpPr>
            <a:spLocks noGrp="1"/>
          </p:cNvSpPr>
          <p:nvPr>
            <p:ph type="title"/>
          </p:nvPr>
        </p:nvSpPr>
        <p:spPr>
          <a:xfrm>
            <a:off x="509588" y="2638425"/>
            <a:ext cx="2432050" cy="3346450"/>
          </a:xfrm>
        </p:spPr>
        <p:txBody>
          <a:bodyPr/>
          <a:lstStyle/>
          <a:p>
            <a:pPr fontAlgn="auto">
              <a:spcAft>
                <a:spcPts val="0"/>
              </a:spcAft>
              <a:defRPr/>
            </a:pPr>
            <a:r>
              <a:rPr lang="es-MX" altLang="en-US" b="1" dirty="0">
                <a:solidFill>
                  <a:schemeClr val="bg1"/>
                </a:solidFill>
                <a:effectLst>
                  <a:outerShdw blurRad="38100" dist="38100" dir="2700000" algn="tl">
                    <a:srgbClr val="C0C0C0"/>
                  </a:outerShdw>
                </a:effectLst>
                <a:latin typeface="Calibri" panose="020F0502020204030204" pitchFamily="34" charset="0"/>
              </a:rPr>
              <a:t>Síntomas de una sesión exitosa: Fase Objetivos </a:t>
            </a:r>
            <a:br>
              <a:rPr lang="es-MX" altLang="en-US" b="1" dirty="0">
                <a:solidFill>
                  <a:srgbClr val="002060"/>
                </a:solidFill>
                <a:effectLst>
                  <a:outerShdw blurRad="38100" dist="38100" dir="2700000" algn="tl">
                    <a:srgbClr val="C0C0C0"/>
                  </a:outerShdw>
                </a:effectLst>
                <a:latin typeface="Calibri" panose="020F0502020204030204" pitchFamily="34" charset="0"/>
              </a:rPr>
            </a:br>
            <a:endParaRPr lang="en-US" dirty="0"/>
          </a:p>
        </p:txBody>
      </p:sp>
      <p:pic>
        <p:nvPicPr>
          <p:cNvPr id="36867" name="Picture 4">
            <a:extLst>
              <a:ext uri="{FF2B5EF4-FFF2-40B4-BE49-F238E27FC236}">
                <a16:creationId xmlns:a16="http://schemas.microsoft.com/office/drawing/2014/main" id="{9F5930B0-4454-B2CD-A139-B41B2FB90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0" y="684213"/>
            <a:ext cx="7981950" cy="541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01AA-DD33-9F14-654E-24C12F94BAE2}"/>
              </a:ext>
            </a:extLst>
          </p:cNvPr>
          <p:cNvSpPr>
            <a:spLocks noGrp="1"/>
          </p:cNvSpPr>
          <p:nvPr>
            <p:ph type="title"/>
          </p:nvPr>
        </p:nvSpPr>
        <p:spPr>
          <a:xfrm>
            <a:off x="1784350" y="868363"/>
            <a:ext cx="8589963" cy="143510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Tercer Fase: Realidad</a:t>
            </a:r>
            <a:br>
              <a:rPr lang="es-MX" b="1" kern="0" dirty="0">
                <a:solidFill>
                  <a:srgbClr val="002060"/>
                </a:solidFill>
                <a:effectLst>
                  <a:outerShdw blurRad="38100" dist="38100" dir="2700000" algn="tl">
                    <a:srgbClr val="C0C0C0"/>
                  </a:outerShdw>
                </a:effectLst>
              </a:rPr>
            </a:br>
            <a:endParaRPr lang="en-US" dirty="0"/>
          </a:p>
        </p:txBody>
      </p:sp>
      <p:grpSp>
        <p:nvGrpSpPr>
          <p:cNvPr id="37891" name="Group 3">
            <a:extLst>
              <a:ext uri="{FF2B5EF4-FFF2-40B4-BE49-F238E27FC236}">
                <a16:creationId xmlns:a16="http://schemas.microsoft.com/office/drawing/2014/main" id="{68580C91-2CD4-D81D-BB08-77530275097C}"/>
              </a:ext>
            </a:extLst>
          </p:cNvPr>
          <p:cNvGrpSpPr>
            <a:grpSpLocks/>
          </p:cNvGrpSpPr>
          <p:nvPr/>
        </p:nvGrpSpPr>
        <p:grpSpPr bwMode="auto">
          <a:xfrm>
            <a:off x="2166938" y="2873375"/>
            <a:ext cx="7523162" cy="3116263"/>
            <a:chOff x="777" y="1598"/>
            <a:chExt cx="3148" cy="3569"/>
          </a:xfrm>
        </p:grpSpPr>
        <p:sp>
          <p:nvSpPr>
            <p:cNvPr id="5" name="Oval 3">
              <a:extLst>
                <a:ext uri="{FF2B5EF4-FFF2-40B4-BE49-F238E27FC236}">
                  <a16:creationId xmlns:a16="http://schemas.microsoft.com/office/drawing/2014/main" id="{0080DB41-6FD9-35A3-DAC1-318056A0139A}"/>
                </a:ext>
              </a:extLst>
            </p:cNvPr>
            <p:cNvSpPr>
              <a:spLocks noChangeArrowheads="1"/>
            </p:cNvSpPr>
            <p:nvPr/>
          </p:nvSpPr>
          <p:spPr bwMode="auto">
            <a:xfrm>
              <a:off x="777" y="1598"/>
              <a:ext cx="2892" cy="3569"/>
            </a:xfrm>
            <a:prstGeom prst="ellipse">
              <a:avLst/>
            </a:prstGeom>
            <a:noFill/>
            <a:ln w="28575">
              <a:gradFill>
                <a:gsLst>
                  <a:gs pos="0">
                    <a:schemeClr val="bg1"/>
                  </a:gs>
                  <a:gs pos="33000">
                    <a:schemeClr val="tx1"/>
                  </a:gs>
                </a:gsLst>
                <a:lin ang="5400000" scaled="0"/>
              </a:gradFill>
              <a:round/>
              <a:headEnd/>
              <a:tailEnd/>
            </a:ln>
            <a:effectLst>
              <a:outerShdw blurRad="88900" dist="177800" dir="3000000" algn="l" rotWithShape="0">
                <a:prstClr val="black">
                  <a:alpha val="48000"/>
                </a:prstClr>
              </a:outerShdw>
            </a:effectLst>
          </p:spPr>
          <p:txBody>
            <a:bodyPr wrap="none" anchor="ctr"/>
            <a:lstStyle/>
            <a:p>
              <a:pPr algn="ctr" eaLnBrk="1" fontAlgn="auto" hangingPunct="1">
                <a:spcBef>
                  <a:spcPts val="0"/>
                </a:spcBef>
                <a:spcAft>
                  <a:spcPts val="0"/>
                </a:spcAft>
                <a:defRPr/>
              </a:pPr>
              <a:endParaRPr lang="es-MX" sz="1200">
                <a:latin typeface="Tahoma" pitchFamily="34" charset="0"/>
              </a:endParaRPr>
            </a:p>
          </p:txBody>
        </p:sp>
        <p:sp>
          <p:nvSpPr>
            <p:cNvPr id="6" name="Oval 4">
              <a:extLst>
                <a:ext uri="{FF2B5EF4-FFF2-40B4-BE49-F238E27FC236}">
                  <a16:creationId xmlns:a16="http://schemas.microsoft.com/office/drawing/2014/main" id="{14EFE07E-9985-3BAE-5EE3-42778CB61732}"/>
                </a:ext>
              </a:extLst>
            </p:cNvPr>
            <p:cNvSpPr>
              <a:spLocks noChangeArrowheads="1"/>
            </p:cNvSpPr>
            <p:nvPr/>
          </p:nvSpPr>
          <p:spPr bwMode="auto">
            <a:xfrm>
              <a:off x="1559" y="2627"/>
              <a:ext cx="1395" cy="1390"/>
            </a:xfrm>
            <a:prstGeom prst="ellipse">
              <a:avLst/>
            </a:prstGeom>
            <a:solidFill>
              <a:schemeClr val="bg1"/>
            </a:solidFill>
            <a:ln w="12700">
              <a:gradFill flip="none" rotWithShape="1">
                <a:gsLst>
                  <a:gs pos="71000">
                    <a:srgbClr val="000082"/>
                  </a:gs>
                  <a:gs pos="30000">
                    <a:srgbClr val="66008F"/>
                  </a:gs>
                  <a:gs pos="64999">
                    <a:srgbClr val="BA0066"/>
                  </a:gs>
                  <a:gs pos="89999">
                    <a:srgbClr val="FF0000"/>
                  </a:gs>
                  <a:gs pos="100000">
                    <a:srgbClr val="FF8200"/>
                  </a:gs>
                </a:gsLst>
                <a:path path="shape">
                  <a:fillToRect l="50000" t="50000" r="50000" b="50000"/>
                </a:path>
                <a:tileRect/>
              </a:gra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defRPr/>
              </a:pPr>
              <a:r>
                <a:rPr lang="es-MX" altLang="en-US" sz="1800" b="1" dirty="0">
                  <a:solidFill>
                    <a:srgbClr val="000808"/>
                  </a:solidFill>
                </a:rPr>
                <a:t>¿Qué? </a:t>
              </a:r>
            </a:p>
            <a:p>
              <a:pPr algn="ctr" eaLnBrk="1" fontAlgn="auto" hangingPunct="1">
                <a:spcBef>
                  <a:spcPts val="0"/>
                </a:spcBef>
                <a:spcAft>
                  <a:spcPts val="0"/>
                </a:spcAft>
                <a:defRPr/>
              </a:pPr>
              <a:r>
                <a:rPr lang="es-MX" altLang="en-US" sz="1800" b="1" dirty="0">
                  <a:solidFill>
                    <a:srgbClr val="000808"/>
                  </a:solidFill>
                </a:rPr>
                <a:t>¿Cómo?          ¿Dónde?</a:t>
              </a:r>
            </a:p>
            <a:p>
              <a:pPr algn="ctr" eaLnBrk="1" fontAlgn="auto" hangingPunct="1">
                <a:spcBef>
                  <a:spcPts val="0"/>
                </a:spcBef>
                <a:spcAft>
                  <a:spcPts val="0"/>
                </a:spcAft>
                <a:defRPr/>
              </a:pPr>
              <a:r>
                <a:rPr lang="es-MX" altLang="en-US" sz="1800" b="1" dirty="0">
                  <a:solidFill>
                    <a:srgbClr val="000808"/>
                  </a:solidFill>
                </a:rPr>
                <a:t>¿Cuándo?</a:t>
              </a:r>
            </a:p>
            <a:p>
              <a:pPr algn="ctr" eaLnBrk="1" fontAlgn="auto" hangingPunct="1">
                <a:spcBef>
                  <a:spcPts val="0"/>
                </a:spcBef>
                <a:spcAft>
                  <a:spcPts val="0"/>
                </a:spcAft>
                <a:defRPr/>
              </a:pPr>
              <a:endParaRPr lang="es-MX" altLang="en-US" sz="500" dirty="0">
                <a:solidFill>
                  <a:srgbClr val="000808"/>
                </a:solidFill>
              </a:endParaRPr>
            </a:p>
          </p:txBody>
        </p:sp>
        <p:sp>
          <p:nvSpPr>
            <p:cNvPr id="37898" name="Line 5">
              <a:extLst>
                <a:ext uri="{FF2B5EF4-FFF2-40B4-BE49-F238E27FC236}">
                  <a16:creationId xmlns:a16="http://schemas.microsoft.com/office/drawing/2014/main" id="{2EF99087-ED6C-03F8-75B5-D803C50C3BEE}"/>
                </a:ext>
              </a:extLst>
            </p:cNvPr>
            <p:cNvSpPr>
              <a:spLocks noChangeShapeType="1"/>
            </p:cNvSpPr>
            <p:nvPr/>
          </p:nvSpPr>
          <p:spPr bwMode="auto">
            <a:xfrm>
              <a:off x="1355" y="1961"/>
              <a:ext cx="443" cy="84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7899" name="Line 6">
              <a:extLst>
                <a:ext uri="{FF2B5EF4-FFF2-40B4-BE49-F238E27FC236}">
                  <a16:creationId xmlns:a16="http://schemas.microsoft.com/office/drawing/2014/main" id="{BD42078D-7512-2416-0928-8F7D5D6BC4F2}"/>
                </a:ext>
              </a:extLst>
            </p:cNvPr>
            <p:cNvSpPr>
              <a:spLocks noChangeShapeType="1"/>
            </p:cNvSpPr>
            <p:nvPr/>
          </p:nvSpPr>
          <p:spPr bwMode="auto">
            <a:xfrm flipV="1">
              <a:off x="981" y="3533"/>
              <a:ext cx="613" cy="72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7900" name="Line 7">
              <a:extLst>
                <a:ext uri="{FF2B5EF4-FFF2-40B4-BE49-F238E27FC236}">
                  <a16:creationId xmlns:a16="http://schemas.microsoft.com/office/drawing/2014/main" id="{1932E3D7-9000-7D77-E460-DB5F86E6CCC1}"/>
                </a:ext>
              </a:extLst>
            </p:cNvPr>
            <p:cNvSpPr>
              <a:spLocks noChangeShapeType="1"/>
            </p:cNvSpPr>
            <p:nvPr/>
          </p:nvSpPr>
          <p:spPr bwMode="auto">
            <a:xfrm>
              <a:off x="2478" y="4017"/>
              <a:ext cx="170" cy="109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7901" name="Line 8">
              <a:extLst>
                <a:ext uri="{FF2B5EF4-FFF2-40B4-BE49-F238E27FC236}">
                  <a16:creationId xmlns:a16="http://schemas.microsoft.com/office/drawing/2014/main" id="{6A6F84B5-0C78-939E-FB06-5B2D847BD04C}"/>
                </a:ext>
              </a:extLst>
            </p:cNvPr>
            <p:cNvSpPr>
              <a:spLocks noChangeShapeType="1"/>
            </p:cNvSpPr>
            <p:nvPr/>
          </p:nvSpPr>
          <p:spPr bwMode="auto">
            <a:xfrm flipV="1">
              <a:off x="2921" y="2808"/>
              <a:ext cx="680" cy="303"/>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7902" name="Line 9">
              <a:extLst>
                <a:ext uri="{FF2B5EF4-FFF2-40B4-BE49-F238E27FC236}">
                  <a16:creationId xmlns:a16="http://schemas.microsoft.com/office/drawing/2014/main" id="{A35F8558-FC02-7122-7D1B-6C7005F7860F}"/>
                </a:ext>
              </a:extLst>
            </p:cNvPr>
            <p:cNvSpPr>
              <a:spLocks noChangeShapeType="1"/>
            </p:cNvSpPr>
            <p:nvPr/>
          </p:nvSpPr>
          <p:spPr bwMode="auto">
            <a:xfrm flipH="1">
              <a:off x="2444" y="1720"/>
              <a:ext cx="204" cy="90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37903" name="Text Box 15">
              <a:extLst>
                <a:ext uri="{FF2B5EF4-FFF2-40B4-BE49-F238E27FC236}">
                  <a16:creationId xmlns:a16="http://schemas.microsoft.com/office/drawing/2014/main" id="{6C788B70-2388-2752-67D9-B13F528482EC}"/>
                </a:ext>
              </a:extLst>
            </p:cNvPr>
            <p:cNvSpPr txBox="1">
              <a:spLocks noChangeArrowheads="1"/>
            </p:cNvSpPr>
            <p:nvPr/>
          </p:nvSpPr>
          <p:spPr bwMode="auto">
            <a:xfrm>
              <a:off x="3011" y="3158"/>
              <a:ext cx="564"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3. Realidad</a:t>
              </a:r>
            </a:p>
          </p:txBody>
        </p:sp>
        <p:sp>
          <p:nvSpPr>
            <p:cNvPr id="37904" name="Text Box 16">
              <a:extLst>
                <a:ext uri="{FF2B5EF4-FFF2-40B4-BE49-F238E27FC236}">
                  <a16:creationId xmlns:a16="http://schemas.microsoft.com/office/drawing/2014/main" id="{C9BBF0B7-EA16-F3EA-2A7D-FA073D476D75}"/>
                </a:ext>
              </a:extLst>
            </p:cNvPr>
            <p:cNvSpPr txBox="1">
              <a:spLocks noChangeArrowheads="1"/>
            </p:cNvSpPr>
            <p:nvPr/>
          </p:nvSpPr>
          <p:spPr bwMode="auto">
            <a:xfrm>
              <a:off x="2865" y="2876"/>
              <a:ext cx="82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bg2"/>
                  </a:solidFill>
                  <a:latin typeface="Calibri" panose="020F0502020204030204" pitchFamily="34" charset="0"/>
                  <a:ea typeface="ＭＳ Ｐゴシック" panose="020B0600070205080204" pitchFamily="34" charset="-128"/>
                </a:rPr>
                <a:t>Sin suposiciones</a:t>
              </a:r>
            </a:p>
          </p:txBody>
        </p:sp>
        <p:sp>
          <p:nvSpPr>
            <p:cNvPr id="37905" name="Text Box 17">
              <a:extLst>
                <a:ext uri="{FF2B5EF4-FFF2-40B4-BE49-F238E27FC236}">
                  <a16:creationId xmlns:a16="http://schemas.microsoft.com/office/drawing/2014/main" id="{B8587BD9-0430-E2E4-0220-2644697183F1}"/>
                </a:ext>
              </a:extLst>
            </p:cNvPr>
            <p:cNvSpPr txBox="1">
              <a:spLocks noChangeArrowheads="1"/>
            </p:cNvSpPr>
            <p:nvPr/>
          </p:nvSpPr>
          <p:spPr bwMode="auto">
            <a:xfrm>
              <a:off x="2949" y="3438"/>
              <a:ext cx="97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400" b="1">
                  <a:solidFill>
                    <a:schemeClr val="bg2"/>
                  </a:solidFill>
                  <a:latin typeface="Calibri" panose="020F0502020204030204" pitchFamily="34" charset="0"/>
                  <a:ea typeface="ＭＳ Ｐゴシック" panose="020B0600070205080204" pitchFamily="34" charset="-128"/>
                </a:rPr>
                <a:t>No a las historias irrelevantes</a:t>
              </a:r>
            </a:p>
          </p:txBody>
        </p:sp>
        <p:sp>
          <p:nvSpPr>
            <p:cNvPr id="37906" name="Text Box 18">
              <a:extLst>
                <a:ext uri="{FF2B5EF4-FFF2-40B4-BE49-F238E27FC236}">
                  <a16:creationId xmlns:a16="http://schemas.microsoft.com/office/drawing/2014/main" id="{B219E1A0-66E9-953A-F79B-8CEBCAC0D335}"/>
                </a:ext>
              </a:extLst>
            </p:cNvPr>
            <p:cNvSpPr txBox="1">
              <a:spLocks noChangeArrowheads="1"/>
            </p:cNvSpPr>
            <p:nvPr/>
          </p:nvSpPr>
          <p:spPr bwMode="auto">
            <a:xfrm>
              <a:off x="1055" y="4126"/>
              <a:ext cx="1018"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bg2"/>
                  </a:solidFill>
                  <a:latin typeface="Calibri" panose="020F0502020204030204" pitchFamily="34" charset="0"/>
                  <a:ea typeface="ＭＳ Ｐゴシック" panose="020B0600070205080204" pitchFamily="34" charset="-128"/>
                </a:rPr>
                <a:t>Evitar resolver problemas</a:t>
              </a:r>
            </a:p>
            <a:p>
              <a:pPr eaLnBrk="1" hangingPunct="1">
                <a:lnSpc>
                  <a:spcPts val="800"/>
                </a:lnSpc>
              </a:pPr>
              <a:endParaRPr lang="es-MX" altLang="en-US" sz="1600" b="1">
                <a:solidFill>
                  <a:schemeClr val="bg2"/>
                </a:solidFill>
                <a:latin typeface="Calibri" panose="020F0502020204030204" pitchFamily="34" charset="0"/>
                <a:ea typeface="ＭＳ Ｐゴシック" panose="020B0600070205080204" pitchFamily="34" charset="-128"/>
              </a:endParaRPr>
            </a:p>
            <a:p>
              <a:pPr eaLnBrk="1" hangingPunct="1">
                <a:lnSpc>
                  <a:spcPts val="800"/>
                </a:lnSpc>
              </a:pPr>
              <a:r>
                <a:rPr lang="es-MX" altLang="en-US" sz="1600" b="1">
                  <a:solidFill>
                    <a:schemeClr val="bg2"/>
                  </a:solidFill>
                  <a:latin typeface="Calibri" panose="020F0502020204030204" pitchFamily="34" charset="0"/>
                  <a:ea typeface="ＭＳ Ｐゴシック" panose="020B0600070205080204" pitchFamily="34" charset="-128"/>
                </a:rPr>
                <a:t> en esta etapa</a:t>
              </a:r>
            </a:p>
          </p:txBody>
        </p:sp>
        <p:sp>
          <p:nvSpPr>
            <p:cNvPr id="37907" name="Text Box 19">
              <a:extLst>
                <a:ext uri="{FF2B5EF4-FFF2-40B4-BE49-F238E27FC236}">
                  <a16:creationId xmlns:a16="http://schemas.microsoft.com/office/drawing/2014/main" id="{E72BB927-023E-CE06-675E-F1556D246BAC}"/>
                </a:ext>
              </a:extLst>
            </p:cNvPr>
            <p:cNvSpPr txBox="1">
              <a:spLocks noChangeArrowheads="1"/>
            </p:cNvSpPr>
            <p:nvPr/>
          </p:nvSpPr>
          <p:spPr bwMode="auto">
            <a:xfrm>
              <a:off x="2590" y="4342"/>
              <a:ext cx="907"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bg2"/>
                  </a:solidFill>
                  <a:latin typeface="Calibri" panose="020F0502020204030204" pitchFamily="34" charset="0"/>
                  <a:ea typeface="ＭＳ Ｐゴシック" panose="020B0600070205080204" pitchFamily="34" charset="-128"/>
                </a:rPr>
                <a:t>Repasa la meta si es</a:t>
              </a:r>
            </a:p>
            <a:p>
              <a:pPr eaLnBrk="1" hangingPunct="1">
                <a:lnSpc>
                  <a:spcPts val="800"/>
                </a:lnSpc>
              </a:pPr>
              <a:endParaRPr lang="es-MX" altLang="en-US" sz="1600" b="1">
                <a:solidFill>
                  <a:schemeClr val="bg2"/>
                </a:solidFill>
                <a:latin typeface="Calibri" panose="020F0502020204030204" pitchFamily="34" charset="0"/>
                <a:ea typeface="ＭＳ Ｐゴシック" panose="020B0600070205080204" pitchFamily="34" charset="-128"/>
              </a:endParaRPr>
            </a:p>
            <a:p>
              <a:pPr eaLnBrk="1" hangingPunct="1">
                <a:lnSpc>
                  <a:spcPts val="800"/>
                </a:lnSpc>
              </a:pPr>
              <a:r>
                <a:rPr lang="es-MX" altLang="en-US" sz="1600" b="1">
                  <a:solidFill>
                    <a:schemeClr val="bg2"/>
                  </a:solidFill>
                  <a:latin typeface="Calibri" panose="020F0502020204030204" pitchFamily="34" charset="0"/>
                  <a:ea typeface="ＭＳ Ｐゴシック" panose="020B0600070205080204" pitchFamily="34" charset="-128"/>
                </a:rPr>
                <a:t> necesario</a:t>
              </a:r>
            </a:p>
          </p:txBody>
        </p:sp>
        <p:sp>
          <p:nvSpPr>
            <p:cNvPr id="37908" name="Text Box 20">
              <a:extLst>
                <a:ext uri="{FF2B5EF4-FFF2-40B4-BE49-F238E27FC236}">
                  <a16:creationId xmlns:a16="http://schemas.microsoft.com/office/drawing/2014/main" id="{22E00C66-2721-A6E7-607F-3212DCED045D}"/>
                </a:ext>
              </a:extLst>
            </p:cNvPr>
            <p:cNvSpPr txBox="1">
              <a:spLocks noChangeArrowheads="1"/>
            </p:cNvSpPr>
            <p:nvPr/>
          </p:nvSpPr>
          <p:spPr bwMode="auto">
            <a:xfrm>
              <a:off x="2647" y="2272"/>
              <a:ext cx="619"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2.  Objetivos</a:t>
              </a:r>
            </a:p>
          </p:txBody>
        </p:sp>
        <p:sp>
          <p:nvSpPr>
            <p:cNvPr id="37909" name="Text Box 22">
              <a:extLst>
                <a:ext uri="{FF2B5EF4-FFF2-40B4-BE49-F238E27FC236}">
                  <a16:creationId xmlns:a16="http://schemas.microsoft.com/office/drawing/2014/main" id="{E90210A4-8D35-4FD4-E3C6-9F042C3387ED}"/>
                </a:ext>
              </a:extLst>
            </p:cNvPr>
            <p:cNvSpPr txBox="1">
              <a:spLocks noChangeArrowheads="1"/>
            </p:cNvSpPr>
            <p:nvPr/>
          </p:nvSpPr>
          <p:spPr bwMode="auto">
            <a:xfrm>
              <a:off x="1789" y="1922"/>
              <a:ext cx="474"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1. Metas</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a:extLst>
              <a:ext uri="{FF2B5EF4-FFF2-40B4-BE49-F238E27FC236}">
                <a16:creationId xmlns:a16="http://schemas.microsoft.com/office/drawing/2014/main" id="{6962EC58-D0FC-AA31-2D14-BA6FC5624C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63" y="585788"/>
            <a:ext cx="11044237"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DE39-6F42-AA9B-9A8A-8DB4B5E5FF4D}"/>
              </a:ext>
            </a:extLst>
          </p:cNvPr>
          <p:cNvSpPr>
            <a:spLocks noGrp="1"/>
          </p:cNvSpPr>
          <p:nvPr>
            <p:ph type="title"/>
          </p:nvPr>
        </p:nvSpPr>
        <p:spPr>
          <a:xfrm>
            <a:off x="509588" y="2638425"/>
            <a:ext cx="2432050" cy="334645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Posibles Barreras: Fase Realidad</a:t>
            </a:r>
            <a:br>
              <a:rPr lang="es-MX" b="1" kern="0" dirty="0">
                <a:solidFill>
                  <a:schemeClr val="bg1"/>
                </a:solidFill>
                <a:effectLst>
                  <a:outerShdw blurRad="38100" dist="38100" dir="2700000" algn="tl">
                    <a:srgbClr val="C0C0C0"/>
                  </a:outerShdw>
                </a:effectLst>
              </a:rPr>
            </a:br>
            <a:endParaRPr lang="en-US" dirty="0">
              <a:solidFill>
                <a:schemeClr val="bg1"/>
              </a:solidFill>
            </a:endParaRPr>
          </a:p>
        </p:txBody>
      </p:sp>
      <p:pic>
        <p:nvPicPr>
          <p:cNvPr id="39939" name="Picture 4">
            <a:extLst>
              <a:ext uri="{FF2B5EF4-FFF2-40B4-BE49-F238E27FC236}">
                <a16:creationId xmlns:a16="http://schemas.microsoft.com/office/drawing/2014/main" id="{43A9D6E9-738D-2703-5061-C2D4D4509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925" y="736600"/>
            <a:ext cx="8086725"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07AA7-7392-CB6A-4F85-72570BAA99CD}"/>
              </a:ext>
            </a:extLst>
          </p:cNvPr>
          <p:cNvSpPr>
            <a:spLocks noGrp="1"/>
          </p:cNvSpPr>
          <p:nvPr>
            <p:ph type="title"/>
          </p:nvPr>
        </p:nvSpPr>
        <p:spPr>
          <a:xfrm>
            <a:off x="509588" y="2638425"/>
            <a:ext cx="2432050" cy="3346450"/>
          </a:xfrm>
        </p:spPr>
        <p:txBody>
          <a:bodyPr/>
          <a:lstStyle/>
          <a:p>
            <a:pPr fontAlgn="auto">
              <a:spcAft>
                <a:spcPts val="0"/>
              </a:spcAft>
              <a:defRPr/>
            </a:pPr>
            <a:r>
              <a:rPr lang="es-MX" altLang="en-US" b="1" dirty="0">
                <a:solidFill>
                  <a:schemeClr val="bg1"/>
                </a:solidFill>
                <a:effectLst>
                  <a:outerShdw blurRad="38100" dist="38100" dir="2700000" algn="tl">
                    <a:srgbClr val="C0C0C0"/>
                  </a:outerShdw>
                </a:effectLst>
                <a:latin typeface="Calibri" panose="020F0502020204030204" pitchFamily="34" charset="0"/>
              </a:rPr>
              <a:t>Síntomas de una sesión exitosa: Fase Realidad </a:t>
            </a:r>
            <a:br>
              <a:rPr lang="es-MX" altLang="en-US" b="1" dirty="0">
                <a:solidFill>
                  <a:srgbClr val="002060"/>
                </a:solidFill>
                <a:effectLst>
                  <a:outerShdw blurRad="38100" dist="38100" dir="2700000" algn="tl">
                    <a:srgbClr val="C0C0C0"/>
                  </a:outerShdw>
                </a:effectLst>
                <a:latin typeface="Calibri" panose="020F0502020204030204" pitchFamily="34" charset="0"/>
              </a:rPr>
            </a:br>
            <a:endParaRPr lang="en-US" dirty="0"/>
          </a:p>
        </p:txBody>
      </p:sp>
      <p:pic>
        <p:nvPicPr>
          <p:cNvPr id="40963" name="Picture 4">
            <a:extLst>
              <a:ext uri="{FF2B5EF4-FFF2-40B4-BE49-F238E27FC236}">
                <a16:creationId xmlns:a16="http://schemas.microsoft.com/office/drawing/2014/main" id="{8AC81F3C-A112-4352-B476-D10788665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4400" y="746125"/>
            <a:ext cx="7839075"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6A858-8E92-B5B7-B606-10F6F020E17C}"/>
              </a:ext>
            </a:extLst>
          </p:cNvPr>
          <p:cNvSpPr>
            <a:spLocks noGrp="1"/>
          </p:cNvSpPr>
          <p:nvPr>
            <p:ph type="title"/>
          </p:nvPr>
        </p:nvSpPr>
        <p:spPr>
          <a:xfrm>
            <a:off x="1784350" y="868363"/>
            <a:ext cx="8589963" cy="1435100"/>
          </a:xfrm>
        </p:spPr>
        <p:txBody>
          <a:bodyPr/>
          <a:lstStyle/>
          <a:p>
            <a:pPr fontAlgn="auto">
              <a:spcAft>
                <a:spcPts val="0"/>
              </a:spcAft>
              <a:defRPr/>
            </a:pPr>
            <a:r>
              <a:rPr lang="es-MX" b="1" kern="0" dirty="0">
                <a:solidFill>
                  <a:schemeClr val="bg1"/>
                </a:solidFill>
                <a:effectLst>
                  <a:outerShdw blurRad="38100" dist="38100" dir="2700000" algn="tl">
                    <a:srgbClr val="C0C0C0"/>
                  </a:outerShdw>
                </a:effectLst>
              </a:rPr>
              <a:t>Cuarta Fase: Opciones</a:t>
            </a:r>
            <a:br>
              <a:rPr lang="es-MX" b="1" kern="0" dirty="0">
                <a:solidFill>
                  <a:srgbClr val="002060"/>
                </a:solidFill>
                <a:effectLst>
                  <a:outerShdw blurRad="38100" dist="38100" dir="2700000" algn="tl">
                    <a:srgbClr val="C0C0C0"/>
                  </a:outerShdw>
                </a:effectLst>
              </a:rPr>
            </a:br>
            <a:endParaRPr lang="en-US" dirty="0"/>
          </a:p>
        </p:txBody>
      </p:sp>
      <p:grpSp>
        <p:nvGrpSpPr>
          <p:cNvPr id="41987" name="Group 3">
            <a:extLst>
              <a:ext uri="{FF2B5EF4-FFF2-40B4-BE49-F238E27FC236}">
                <a16:creationId xmlns:a16="http://schemas.microsoft.com/office/drawing/2014/main" id="{EBF5B33C-FF01-4A85-8737-FF51E9D48EF9}"/>
              </a:ext>
            </a:extLst>
          </p:cNvPr>
          <p:cNvGrpSpPr>
            <a:grpSpLocks/>
          </p:cNvGrpSpPr>
          <p:nvPr/>
        </p:nvGrpSpPr>
        <p:grpSpPr bwMode="auto">
          <a:xfrm>
            <a:off x="2468563" y="3068638"/>
            <a:ext cx="7545387" cy="2736850"/>
            <a:chOff x="777" y="1598"/>
            <a:chExt cx="2892" cy="3569"/>
          </a:xfrm>
        </p:grpSpPr>
        <p:sp>
          <p:nvSpPr>
            <p:cNvPr id="5" name="Oval 3">
              <a:extLst>
                <a:ext uri="{FF2B5EF4-FFF2-40B4-BE49-F238E27FC236}">
                  <a16:creationId xmlns:a16="http://schemas.microsoft.com/office/drawing/2014/main" id="{9D987ACF-4F85-9FFB-7608-DE7754F1B594}"/>
                </a:ext>
              </a:extLst>
            </p:cNvPr>
            <p:cNvSpPr>
              <a:spLocks noChangeArrowheads="1"/>
            </p:cNvSpPr>
            <p:nvPr/>
          </p:nvSpPr>
          <p:spPr bwMode="auto">
            <a:xfrm>
              <a:off x="777" y="1598"/>
              <a:ext cx="2892" cy="3569"/>
            </a:xfrm>
            <a:prstGeom prst="ellipse">
              <a:avLst/>
            </a:prstGeom>
            <a:noFill/>
            <a:ln w="28575">
              <a:gradFill>
                <a:gsLst>
                  <a:gs pos="0">
                    <a:schemeClr val="bg1"/>
                  </a:gs>
                  <a:gs pos="33000">
                    <a:schemeClr val="tx1"/>
                  </a:gs>
                </a:gsLst>
                <a:lin ang="5400000" scaled="0"/>
              </a:gradFill>
              <a:round/>
              <a:headEnd/>
              <a:tailEnd/>
            </a:ln>
            <a:effectLst>
              <a:outerShdw blurRad="88900" dist="177800" dir="3000000" algn="l" rotWithShape="0">
                <a:prstClr val="black">
                  <a:alpha val="48000"/>
                </a:prstClr>
              </a:outerShdw>
            </a:effectLst>
          </p:spPr>
          <p:txBody>
            <a:bodyPr wrap="none" anchor="ctr"/>
            <a:lstStyle/>
            <a:p>
              <a:pPr algn="ctr" eaLnBrk="1" fontAlgn="auto" hangingPunct="1">
                <a:spcBef>
                  <a:spcPts val="0"/>
                </a:spcBef>
                <a:spcAft>
                  <a:spcPts val="0"/>
                </a:spcAft>
                <a:defRPr/>
              </a:pPr>
              <a:endParaRPr lang="en-GB" sz="1200">
                <a:latin typeface="Tahoma" pitchFamily="34" charset="0"/>
              </a:endParaRPr>
            </a:p>
          </p:txBody>
        </p:sp>
        <p:sp>
          <p:nvSpPr>
            <p:cNvPr id="6" name="Oval 4">
              <a:extLst>
                <a:ext uri="{FF2B5EF4-FFF2-40B4-BE49-F238E27FC236}">
                  <a16:creationId xmlns:a16="http://schemas.microsoft.com/office/drawing/2014/main" id="{0B5942E2-4A1B-AD1C-952F-E68998D11C95}"/>
                </a:ext>
              </a:extLst>
            </p:cNvPr>
            <p:cNvSpPr>
              <a:spLocks noChangeArrowheads="1"/>
            </p:cNvSpPr>
            <p:nvPr/>
          </p:nvSpPr>
          <p:spPr bwMode="auto">
            <a:xfrm>
              <a:off x="1559" y="2865"/>
              <a:ext cx="1395" cy="1390"/>
            </a:xfrm>
            <a:prstGeom prst="ellipse">
              <a:avLst/>
            </a:prstGeom>
            <a:solidFill>
              <a:schemeClr val="bg1"/>
            </a:solidFill>
            <a:ln w="12700">
              <a:gradFill flip="none" rotWithShape="1">
                <a:gsLst>
                  <a:gs pos="71000">
                    <a:srgbClr val="000082"/>
                  </a:gs>
                  <a:gs pos="30000">
                    <a:srgbClr val="66008F"/>
                  </a:gs>
                  <a:gs pos="64999">
                    <a:srgbClr val="BA0066"/>
                  </a:gs>
                  <a:gs pos="89999">
                    <a:srgbClr val="FF0000"/>
                  </a:gs>
                  <a:gs pos="100000">
                    <a:srgbClr val="FF8200"/>
                  </a:gs>
                </a:gsLst>
                <a:path path="shape">
                  <a:fillToRect l="50000" t="50000" r="50000" b="50000"/>
                </a:path>
                <a:tileRect/>
              </a:gra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defRPr/>
              </a:pPr>
              <a:r>
                <a:rPr lang="en-GB" altLang="en-US" sz="1600" b="1" dirty="0">
                  <a:solidFill>
                    <a:srgbClr val="000808"/>
                  </a:solidFill>
                </a:rPr>
                <a:t>¿</a:t>
              </a:r>
              <a:r>
                <a:rPr lang="en-GB" altLang="en-US" sz="1600" b="1" dirty="0" err="1">
                  <a:solidFill>
                    <a:srgbClr val="000808"/>
                  </a:solidFill>
                </a:rPr>
                <a:t>Qué</a:t>
              </a:r>
              <a:r>
                <a:rPr lang="en-GB" altLang="en-US" sz="1600" b="1" dirty="0">
                  <a:solidFill>
                    <a:srgbClr val="000808"/>
                  </a:solidFill>
                </a:rPr>
                <a:t>? </a:t>
              </a:r>
            </a:p>
            <a:p>
              <a:pPr algn="ctr" eaLnBrk="1" fontAlgn="auto" hangingPunct="1">
                <a:spcBef>
                  <a:spcPts val="0"/>
                </a:spcBef>
                <a:spcAft>
                  <a:spcPts val="0"/>
                </a:spcAft>
                <a:defRPr/>
              </a:pPr>
              <a:r>
                <a:rPr lang="en-GB" altLang="en-US" sz="1600" b="1" dirty="0">
                  <a:solidFill>
                    <a:srgbClr val="000808"/>
                  </a:solidFill>
                </a:rPr>
                <a:t>¿</a:t>
              </a:r>
              <a:r>
                <a:rPr lang="en-GB" altLang="en-US" sz="1600" b="1" dirty="0" err="1">
                  <a:solidFill>
                    <a:srgbClr val="000808"/>
                  </a:solidFill>
                </a:rPr>
                <a:t>Cómo</a:t>
              </a:r>
              <a:r>
                <a:rPr lang="en-GB" altLang="en-US" sz="1600" b="1" dirty="0">
                  <a:solidFill>
                    <a:srgbClr val="000808"/>
                  </a:solidFill>
                </a:rPr>
                <a:t>?          ¿</a:t>
              </a:r>
              <a:r>
                <a:rPr lang="en-GB" altLang="en-US" sz="1600" b="1" dirty="0" err="1">
                  <a:solidFill>
                    <a:srgbClr val="000808"/>
                  </a:solidFill>
                </a:rPr>
                <a:t>Dónde</a:t>
              </a:r>
              <a:r>
                <a:rPr lang="en-GB" altLang="en-US" sz="1600" b="1" dirty="0">
                  <a:solidFill>
                    <a:srgbClr val="000808"/>
                  </a:solidFill>
                </a:rPr>
                <a:t>?</a:t>
              </a:r>
            </a:p>
            <a:p>
              <a:pPr algn="ctr" eaLnBrk="1" fontAlgn="auto" hangingPunct="1">
                <a:spcBef>
                  <a:spcPts val="0"/>
                </a:spcBef>
                <a:spcAft>
                  <a:spcPts val="0"/>
                </a:spcAft>
                <a:defRPr/>
              </a:pPr>
              <a:r>
                <a:rPr lang="en-GB" altLang="en-US" sz="1600" b="1" dirty="0">
                  <a:solidFill>
                    <a:srgbClr val="000808"/>
                  </a:solidFill>
                </a:rPr>
                <a:t>¿</a:t>
              </a:r>
              <a:r>
                <a:rPr lang="en-GB" altLang="en-US" sz="1600" b="1" dirty="0" err="1">
                  <a:solidFill>
                    <a:srgbClr val="000808"/>
                  </a:solidFill>
                </a:rPr>
                <a:t>Cuándo</a:t>
              </a:r>
              <a:r>
                <a:rPr lang="en-GB" altLang="en-US" sz="1600" b="1" dirty="0">
                  <a:solidFill>
                    <a:srgbClr val="000808"/>
                  </a:solidFill>
                </a:rPr>
                <a:t>?</a:t>
              </a:r>
            </a:p>
            <a:p>
              <a:pPr algn="ctr" eaLnBrk="1" fontAlgn="auto" hangingPunct="1">
                <a:spcBef>
                  <a:spcPts val="0"/>
                </a:spcBef>
                <a:spcAft>
                  <a:spcPts val="0"/>
                </a:spcAft>
                <a:defRPr/>
              </a:pPr>
              <a:endParaRPr lang="en-GB" altLang="en-US" sz="500" dirty="0">
                <a:solidFill>
                  <a:srgbClr val="000808"/>
                </a:solidFill>
              </a:endParaRPr>
            </a:p>
          </p:txBody>
        </p:sp>
        <p:sp>
          <p:nvSpPr>
            <p:cNvPr id="41994" name="Line 5">
              <a:extLst>
                <a:ext uri="{FF2B5EF4-FFF2-40B4-BE49-F238E27FC236}">
                  <a16:creationId xmlns:a16="http://schemas.microsoft.com/office/drawing/2014/main" id="{65B27432-E3FD-4BFB-A628-4BB9DE3CDE3C}"/>
                </a:ext>
              </a:extLst>
            </p:cNvPr>
            <p:cNvSpPr>
              <a:spLocks noChangeShapeType="1"/>
            </p:cNvSpPr>
            <p:nvPr/>
          </p:nvSpPr>
          <p:spPr bwMode="auto">
            <a:xfrm>
              <a:off x="1355" y="1961"/>
              <a:ext cx="443" cy="84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1995" name="Line 6">
              <a:extLst>
                <a:ext uri="{FF2B5EF4-FFF2-40B4-BE49-F238E27FC236}">
                  <a16:creationId xmlns:a16="http://schemas.microsoft.com/office/drawing/2014/main" id="{51197D3C-58E0-7F1C-F694-41878F6A08D1}"/>
                </a:ext>
              </a:extLst>
            </p:cNvPr>
            <p:cNvSpPr>
              <a:spLocks noChangeShapeType="1"/>
            </p:cNvSpPr>
            <p:nvPr/>
          </p:nvSpPr>
          <p:spPr bwMode="auto">
            <a:xfrm flipV="1">
              <a:off x="981" y="3533"/>
              <a:ext cx="613" cy="72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1996" name="Line 7">
              <a:extLst>
                <a:ext uri="{FF2B5EF4-FFF2-40B4-BE49-F238E27FC236}">
                  <a16:creationId xmlns:a16="http://schemas.microsoft.com/office/drawing/2014/main" id="{69DEFF4F-FFB7-8FF7-A820-776D4045C9D7}"/>
                </a:ext>
              </a:extLst>
            </p:cNvPr>
            <p:cNvSpPr>
              <a:spLocks noChangeShapeType="1"/>
            </p:cNvSpPr>
            <p:nvPr/>
          </p:nvSpPr>
          <p:spPr bwMode="auto">
            <a:xfrm>
              <a:off x="2478" y="4017"/>
              <a:ext cx="170" cy="109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1997" name="Line 8">
              <a:extLst>
                <a:ext uri="{FF2B5EF4-FFF2-40B4-BE49-F238E27FC236}">
                  <a16:creationId xmlns:a16="http://schemas.microsoft.com/office/drawing/2014/main" id="{5D75178A-D647-C867-CB0D-2D32BC703326}"/>
                </a:ext>
              </a:extLst>
            </p:cNvPr>
            <p:cNvSpPr>
              <a:spLocks noChangeShapeType="1"/>
            </p:cNvSpPr>
            <p:nvPr/>
          </p:nvSpPr>
          <p:spPr bwMode="auto">
            <a:xfrm flipV="1">
              <a:off x="2921" y="2808"/>
              <a:ext cx="680" cy="303"/>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1998" name="Line 9">
              <a:extLst>
                <a:ext uri="{FF2B5EF4-FFF2-40B4-BE49-F238E27FC236}">
                  <a16:creationId xmlns:a16="http://schemas.microsoft.com/office/drawing/2014/main" id="{62603489-1353-DB17-876D-6A513E91F014}"/>
                </a:ext>
              </a:extLst>
            </p:cNvPr>
            <p:cNvSpPr>
              <a:spLocks noChangeShapeType="1"/>
            </p:cNvSpPr>
            <p:nvPr/>
          </p:nvSpPr>
          <p:spPr bwMode="auto">
            <a:xfrm flipH="1">
              <a:off x="2444" y="1720"/>
              <a:ext cx="204" cy="90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1999" name="Text Box 15">
              <a:extLst>
                <a:ext uri="{FF2B5EF4-FFF2-40B4-BE49-F238E27FC236}">
                  <a16:creationId xmlns:a16="http://schemas.microsoft.com/office/drawing/2014/main" id="{60DA8737-ADEE-4FCC-A293-14870EC18A27}"/>
                </a:ext>
              </a:extLst>
            </p:cNvPr>
            <p:cNvSpPr txBox="1">
              <a:spLocks noChangeArrowheads="1"/>
            </p:cNvSpPr>
            <p:nvPr/>
          </p:nvSpPr>
          <p:spPr bwMode="auto">
            <a:xfrm>
              <a:off x="1498" y="1975"/>
              <a:ext cx="143"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endParaRPr lang="es-ES" altLang="en-US" sz="1400">
                <a:latin typeface="Calibri" panose="020F0502020204030204" pitchFamily="34" charset="0"/>
                <a:ea typeface="ＭＳ Ｐゴシック" panose="020B0600070205080204" pitchFamily="34" charset="-128"/>
              </a:endParaRPr>
            </a:p>
          </p:txBody>
        </p:sp>
        <p:sp>
          <p:nvSpPr>
            <p:cNvPr id="42000" name="Text Box 16">
              <a:extLst>
                <a:ext uri="{FF2B5EF4-FFF2-40B4-BE49-F238E27FC236}">
                  <a16:creationId xmlns:a16="http://schemas.microsoft.com/office/drawing/2014/main" id="{0CA22AB4-563F-B321-C77C-50FCAF762F2A}"/>
                </a:ext>
              </a:extLst>
            </p:cNvPr>
            <p:cNvSpPr txBox="1">
              <a:spLocks noChangeArrowheads="1"/>
            </p:cNvSpPr>
            <p:nvPr/>
          </p:nvSpPr>
          <p:spPr bwMode="auto">
            <a:xfrm>
              <a:off x="1241" y="4385"/>
              <a:ext cx="13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Asegura que no se tomen decisiones</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2001" name="Text Box 17">
              <a:extLst>
                <a:ext uri="{FF2B5EF4-FFF2-40B4-BE49-F238E27FC236}">
                  <a16:creationId xmlns:a16="http://schemas.microsoft.com/office/drawing/2014/main" id="{78769DAE-6355-CC8F-5D84-00C9415B2374}"/>
                </a:ext>
              </a:extLst>
            </p:cNvPr>
            <p:cNvSpPr txBox="1">
              <a:spLocks noChangeArrowheads="1"/>
            </p:cNvSpPr>
            <p:nvPr/>
          </p:nvSpPr>
          <p:spPr bwMode="auto">
            <a:xfrm>
              <a:off x="1187" y="3837"/>
              <a:ext cx="615"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4. Opciones</a:t>
              </a:r>
              <a:endParaRPr lang="en-US" altLang="en-US" sz="1000">
                <a:latin typeface="Calibri" panose="020F0502020204030204" pitchFamily="34" charset="0"/>
                <a:ea typeface="ＭＳ Ｐゴシック" panose="020B0600070205080204" pitchFamily="34" charset="-128"/>
              </a:endParaRPr>
            </a:p>
          </p:txBody>
        </p:sp>
        <p:sp>
          <p:nvSpPr>
            <p:cNvPr id="42002" name="Text Box 18">
              <a:extLst>
                <a:ext uri="{FF2B5EF4-FFF2-40B4-BE49-F238E27FC236}">
                  <a16:creationId xmlns:a16="http://schemas.microsoft.com/office/drawing/2014/main" id="{9AFE2EA1-3D49-87A5-6CE3-9B46A36D0A4E}"/>
                </a:ext>
              </a:extLst>
            </p:cNvPr>
            <p:cNvSpPr txBox="1">
              <a:spLocks noChangeArrowheads="1"/>
            </p:cNvSpPr>
            <p:nvPr/>
          </p:nvSpPr>
          <p:spPr bwMode="auto">
            <a:xfrm>
              <a:off x="1083" y="2598"/>
              <a:ext cx="12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Genera todas las posibilidades</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2003" name="Text Box 19">
              <a:extLst>
                <a:ext uri="{FF2B5EF4-FFF2-40B4-BE49-F238E27FC236}">
                  <a16:creationId xmlns:a16="http://schemas.microsoft.com/office/drawing/2014/main" id="{8288B917-30F5-2B20-0DE9-8C77A7E442B7}"/>
                </a:ext>
              </a:extLst>
            </p:cNvPr>
            <p:cNvSpPr txBox="1">
              <a:spLocks noChangeArrowheads="1"/>
            </p:cNvSpPr>
            <p:nvPr/>
          </p:nvSpPr>
          <p:spPr bwMode="auto">
            <a:xfrm>
              <a:off x="2210" y="2538"/>
              <a:ext cx="11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Ofrece sugerencias con cautela</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2004" name="Text Box 20">
              <a:extLst>
                <a:ext uri="{FF2B5EF4-FFF2-40B4-BE49-F238E27FC236}">
                  <a16:creationId xmlns:a16="http://schemas.microsoft.com/office/drawing/2014/main" id="{2BF7AE7A-67C9-4474-AD69-5EF18852122A}"/>
                </a:ext>
              </a:extLst>
            </p:cNvPr>
            <p:cNvSpPr txBox="1">
              <a:spLocks noChangeArrowheads="1"/>
            </p:cNvSpPr>
            <p:nvPr/>
          </p:nvSpPr>
          <p:spPr bwMode="auto">
            <a:xfrm>
              <a:off x="2527" y="2145"/>
              <a:ext cx="622"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2. Objetivos</a:t>
              </a:r>
              <a:endParaRPr lang="en-US" altLang="en-US" sz="1000">
                <a:latin typeface="Calibri" panose="020F0502020204030204" pitchFamily="34" charset="0"/>
                <a:ea typeface="ＭＳ Ｐゴシック" panose="020B0600070205080204" pitchFamily="34" charset="-128"/>
              </a:endParaRPr>
            </a:p>
          </p:txBody>
        </p:sp>
        <p:sp>
          <p:nvSpPr>
            <p:cNvPr id="42005" name="Text Box 21">
              <a:extLst>
                <a:ext uri="{FF2B5EF4-FFF2-40B4-BE49-F238E27FC236}">
                  <a16:creationId xmlns:a16="http://schemas.microsoft.com/office/drawing/2014/main" id="{1B211F8F-58C3-BA3B-11DB-485F0942B733}"/>
                </a:ext>
              </a:extLst>
            </p:cNvPr>
            <p:cNvSpPr txBox="1">
              <a:spLocks noChangeArrowheads="1"/>
            </p:cNvSpPr>
            <p:nvPr/>
          </p:nvSpPr>
          <p:spPr bwMode="auto">
            <a:xfrm>
              <a:off x="2984" y="3387"/>
              <a:ext cx="58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3. Realidad</a:t>
              </a:r>
              <a:endParaRPr lang="en-US" altLang="en-US" sz="1000">
                <a:latin typeface="Calibri" panose="020F0502020204030204" pitchFamily="34" charset="0"/>
                <a:ea typeface="ＭＳ Ｐゴシック" panose="020B0600070205080204" pitchFamily="34" charset="-128"/>
              </a:endParaRPr>
            </a:p>
          </p:txBody>
        </p:sp>
        <p:sp>
          <p:nvSpPr>
            <p:cNvPr id="42006" name="Text Box 22">
              <a:extLst>
                <a:ext uri="{FF2B5EF4-FFF2-40B4-BE49-F238E27FC236}">
                  <a16:creationId xmlns:a16="http://schemas.microsoft.com/office/drawing/2014/main" id="{43477CA7-CB49-4D20-D4C9-744C7254CB4C}"/>
                </a:ext>
              </a:extLst>
            </p:cNvPr>
            <p:cNvSpPr txBox="1">
              <a:spLocks noChangeArrowheads="1"/>
            </p:cNvSpPr>
            <p:nvPr/>
          </p:nvSpPr>
          <p:spPr bwMode="auto">
            <a:xfrm>
              <a:off x="1551" y="1760"/>
              <a:ext cx="49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1. Metas</a:t>
              </a:r>
              <a:endParaRPr lang="en-US" altLang="en-US" sz="1000">
                <a:latin typeface="Calibri" panose="020F0502020204030204" pitchFamily="34" charset="0"/>
                <a:ea typeface="ＭＳ Ｐゴシック" panose="020B0600070205080204" pitchFamily="34" charset="-128"/>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a:extLst>
              <a:ext uri="{FF2B5EF4-FFF2-40B4-BE49-F238E27FC236}">
                <a16:creationId xmlns:a16="http://schemas.microsoft.com/office/drawing/2014/main" id="{B3628D22-E4B6-2FB9-4FF3-2D8CFA63FC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3638" y="444500"/>
            <a:ext cx="10013950" cy="588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8AB5D-5D17-787E-384D-CEEBA7E3DD5C}"/>
              </a:ext>
            </a:extLst>
          </p:cNvPr>
          <p:cNvSpPr>
            <a:spLocks noGrp="1"/>
          </p:cNvSpPr>
          <p:nvPr>
            <p:ph type="title"/>
          </p:nvPr>
        </p:nvSpPr>
        <p:spPr>
          <a:xfrm>
            <a:off x="509588" y="2638425"/>
            <a:ext cx="2432050" cy="3346450"/>
          </a:xfrm>
        </p:spPr>
        <p:txBody>
          <a:bodyPr/>
          <a:lstStyle/>
          <a:p>
            <a:pPr fontAlgn="auto">
              <a:spcAft>
                <a:spcPts val="0"/>
              </a:spcAft>
              <a:defRPr/>
            </a:pPr>
            <a:r>
              <a:rPr lang="es-MX" b="1" kern="0" dirty="0">
                <a:effectLst>
                  <a:outerShdw blurRad="38100" dist="38100" dir="2700000" algn="tl">
                    <a:srgbClr val="C0C0C0"/>
                  </a:outerShdw>
                </a:effectLst>
              </a:rPr>
              <a:t>Posibles Barreras: Fase Opciones </a:t>
            </a:r>
            <a:br>
              <a:rPr lang="es-MX" b="1" kern="0" dirty="0">
                <a:solidFill>
                  <a:srgbClr val="002060"/>
                </a:solidFill>
                <a:effectLst>
                  <a:outerShdw blurRad="38100" dist="38100" dir="2700000" algn="tl">
                    <a:srgbClr val="C0C0C0"/>
                  </a:outerShdw>
                </a:effectLst>
              </a:rPr>
            </a:br>
            <a:endParaRPr lang="en-US" dirty="0"/>
          </a:p>
        </p:txBody>
      </p:sp>
      <p:pic>
        <p:nvPicPr>
          <p:cNvPr id="44035" name="Picture 4">
            <a:extLst>
              <a:ext uri="{FF2B5EF4-FFF2-40B4-BE49-F238E27FC236}">
                <a16:creationId xmlns:a16="http://schemas.microsoft.com/office/drawing/2014/main" id="{328E5660-0FCF-BC2C-433D-AE2A2D866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50" y="763588"/>
            <a:ext cx="8058150" cy="529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93F92-451E-44D9-F04A-41C263645C36}"/>
              </a:ext>
            </a:extLst>
          </p:cNvPr>
          <p:cNvSpPr>
            <a:spLocks noGrp="1"/>
          </p:cNvSpPr>
          <p:nvPr>
            <p:ph type="title"/>
          </p:nvPr>
        </p:nvSpPr>
        <p:spPr>
          <a:xfrm>
            <a:off x="509588" y="2638425"/>
            <a:ext cx="2432050" cy="3346450"/>
          </a:xfrm>
        </p:spPr>
        <p:txBody>
          <a:bodyPr/>
          <a:lstStyle/>
          <a:p>
            <a:pPr fontAlgn="auto">
              <a:spcAft>
                <a:spcPts val="0"/>
              </a:spcAft>
              <a:defRPr/>
            </a:pPr>
            <a:r>
              <a:rPr lang="es-MX" altLang="en-US" b="1" dirty="0">
                <a:effectLst>
                  <a:outerShdw blurRad="38100" dist="38100" dir="2700000" algn="tl">
                    <a:srgbClr val="C0C0C0"/>
                  </a:outerShdw>
                </a:effectLst>
                <a:latin typeface="Calibri" panose="020F0502020204030204" pitchFamily="34" charset="0"/>
              </a:rPr>
              <a:t>Síntomas de una sesión exitosa: Fase Opciones </a:t>
            </a:r>
            <a:br>
              <a:rPr lang="es-MX" altLang="en-US" b="1" dirty="0">
                <a:solidFill>
                  <a:srgbClr val="002060"/>
                </a:solidFill>
                <a:effectLst>
                  <a:outerShdw blurRad="38100" dist="38100" dir="2700000" algn="tl">
                    <a:srgbClr val="C0C0C0"/>
                  </a:outerShdw>
                </a:effectLst>
                <a:latin typeface="Calibri" panose="020F0502020204030204" pitchFamily="34" charset="0"/>
              </a:rPr>
            </a:br>
            <a:endParaRPr lang="en-US" dirty="0"/>
          </a:p>
        </p:txBody>
      </p:sp>
      <p:pic>
        <p:nvPicPr>
          <p:cNvPr id="45059" name="Picture 4">
            <a:extLst>
              <a:ext uri="{FF2B5EF4-FFF2-40B4-BE49-F238E27FC236}">
                <a16:creationId xmlns:a16="http://schemas.microsoft.com/office/drawing/2014/main" id="{5A9A5B3A-8D8F-9114-B5D8-113F3442B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1388" y="719138"/>
            <a:ext cx="7839075"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516BA-FE2B-228E-06B6-D8994BA28B39}"/>
              </a:ext>
            </a:extLst>
          </p:cNvPr>
          <p:cNvSpPr>
            <a:spLocks noGrp="1"/>
          </p:cNvSpPr>
          <p:nvPr>
            <p:ph type="title"/>
          </p:nvPr>
        </p:nvSpPr>
        <p:spPr>
          <a:xfrm>
            <a:off x="1784350" y="868363"/>
            <a:ext cx="8589963" cy="1435100"/>
          </a:xfrm>
        </p:spPr>
        <p:txBody>
          <a:bodyPr/>
          <a:lstStyle/>
          <a:p>
            <a:pPr fontAlgn="auto">
              <a:spcAft>
                <a:spcPts val="0"/>
              </a:spcAft>
              <a:defRPr/>
            </a:pPr>
            <a:r>
              <a:rPr lang="es-MX" b="1" kern="0" dirty="0">
                <a:effectLst>
                  <a:outerShdw blurRad="38100" dist="38100" dir="2700000" algn="tl">
                    <a:srgbClr val="C0C0C0"/>
                  </a:outerShdw>
                </a:effectLst>
              </a:rPr>
              <a:t>Quinta Fase: Cierre</a:t>
            </a:r>
            <a:br>
              <a:rPr lang="es-MX" b="1" kern="0" dirty="0">
                <a:solidFill>
                  <a:srgbClr val="002060"/>
                </a:solidFill>
                <a:effectLst>
                  <a:outerShdw blurRad="38100" dist="38100" dir="2700000" algn="tl">
                    <a:srgbClr val="C0C0C0"/>
                  </a:outerShdw>
                </a:effectLst>
              </a:rPr>
            </a:br>
            <a:endParaRPr lang="en-US" dirty="0"/>
          </a:p>
        </p:txBody>
      </p:sp>
      <p:grpSp>
        <p:nvGrpSpPr>
          <p:cNvPr id="46083" name="Group 3">
            <a:extLst>
              <a:ext uri="{FF2B5EF4-FFF2-40B4-BE49-F238E27FC236}">
                <a16:creationId xmlns:a16="http://schemas.microsoft.com/office/drawing/2014/main" id="{07FEB399-9A49-7332-9FAA-081E1D6C3E46}"/>
              </a:ext>
            </a:extLst>
          </p:cNvPr>
          <p:cNvGrpSpPr>
            <a:grpSpLocks/>
          </p:cNvGrpSpPr>
          <p:nvPr/>
        </p:nvGrpSpPr>
        <p:grpSpPr bwMode="auto">
          <a:xfrm>
            <a:off x="2708275" y="2586038"/>
            <a:ext cx="6932613" cy="4089400"/>
            <a:chOff x="777" y="1598"/>
            <a:chExt cx="2892" cy="3569"/>
          </a:xfrm>
        </p:grpSpPr>
        <p:sp>
          <p:nvSpPr>
            <p:cNvPr id="5" name="Oval 3">
              <a:extLst>
                <a:ext uri="{FF2B5EF4-FFF2-40B4-BE49-F238E27FC236}">
                  <a16:creationId xmlns:a16="http://schemas.microsoft.com/office/drawing/2014/main" id="{347F344D-83FC-2C0C-4550-BA3EF55FD0D9}"/>
                </a:ext>
              </a:extLst>
            </p:cNvPr>
            <p:cNvSpPr>
              <a:spLocks noChangeArrowheads="1"/>
            </p:cNvSpPr>
            <p:nvPr/>
          </p:nvSpPr>
          <p:spPr bwMode="auto">
            <a:xfrm>
              <a:off x="777" y="1598"/>
              <a:ext cx="2892" cy="3569"/>
            </a:xfrm>
            <a:prstGeom prst="ellipse">
              <a:avLst/>
            </a:prstGeom>
            <a:noFill/>
            <a:ln w="28575">
              <a:gradFill>
                <a:gsLst>
                  <a:gs pos="0">
                    <a:schemeClr val="bg1"/>
                  </a:gs>
                  <a:gs pos="33000">
                    <a:schemeClr val="tx1"/>
                  </a:gs>
                </a:gsLst>
                <a:lin ang="5400000" scaled="0"/>
              </a:gradFill>
              <a:round/>
              <a:headEnd/>
              <a:tailEnd/>
            </a:ln>
            <a:effectLst>
              <a:outerShdw blurRad="88900" dist="177800" dir="3000000" algn="l" rotWithShape="0">
                <a:prstClr val="black">
                  <a:alpha val="48000"/>
                </a:prstClr>
              </a:outerShdw>
            </a:effectLst>
          </p:spPr>
          <p:txBody>
            <a:bodyPr wrap="none" anchor="ctr"/>
            <a:lstStyle/>
            <a:p>
              <a:pPr algn="ctr" eaLnBrk="1" fontAlgn="auto" hangingPunct="1">
                <a:spcBef>
                  <a:spcPts val="0"/>
                </a:spcBef>
                <a:spcAft>
                  <a:spcPts val="0"/>
                </a:spcAft>
                <a:defRPr/>
              </a:pPr>
              <a:endParaRPr lang="en-GB" sz="1200">
                <a:latin typeface="Tahoma" pitchFamily="34" charset="0"/>
              </a:endParaRPr>
            </a:p>
          </p:txBody>
        </p:sp>
        <p:sp>
          <p:nvSpPr>
            <p:cNvPr id="6" name="Oval 4">
              <a:extLst>
                <a:ext uri="{FF2B5EF4-FFF2-40B4-BE49-F238E27FC236}">
                  <a16:creationId xmlns:a16="http://schemas.microsoft.com/office/drawing/2014/main" id="{388ED869-F97F-4C8E-3C7C-BED404DE2C58}"/>
                </a:ext>
              </a:extLst>
            </p:cNvPr>
            <p:cNvSpPr>
              <a:spLocks noChangeArrowheads="1"/>
            </p:cNvSpPr>
            <p:nvPr/>
          </p:nvSpPr>
          <p:spPr bwMode="auto">
            <a:xfrm>
              <a:off x="1559" y="2627"/>
              <a:ext cx="1395" cy="1390"/>
            </a:xfrm>
            <a:prstGeom prst="ellipse">
              <a:avLst/>
            </a:prstGeom>
            <a:solidFill>
              <a:schemeClr val="bg1"/>
            </a:solidFill>
            <a:ln w="12700">
              <a:gradFill flip="none" rotWithShape="1">
                <a:gsLst>
                  <a:gs pos="71000">
                    <a:srgbClr val="000082"/>
                  </a:gs>
                  <a:gs pos="30000">
                    <a:srgbClr val="66008F"/>
                  </a:gs>
                  <a:gs pos="64999">
                    <a:srgbClr val="BA0066"/>
                  </a:gs>
                  <a:gs pos="89999">
                    <a:srgbClr val="FF0000"/>
                  </a:gs>
                  <a:gs pos="100000">
                    <a:srgbClr val="FF8200"/>
                  </a:gs>
                </a:gsLst>
                <a:path path="shape">
                  <a:fillToRect l="50000" t="50000" r="50000" b="50000"/>
                </a:path>
                <a:tileRect/>
              </a:gra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fontAlgn="auto" hangingPunct="1">
                <a:spcBef>
                  <a:spcPts val="0"/>
                </a:spcBef>
                <a:spcAft>
                  <a:spcPts val="0"/>
                </a:spcAft>
                <a:defRPr/>
              </a:pPr>
              <a:r>
                <a:rPr lang="en-GB" altLang="en-US" sz="1600" dirty="0">
                  <a:solidFill>
                    <a:srgbClr val="000808"/>
                  </a:solidFill>
                </a:rPr>
                <a:t>¿</a:t>
              </a:r>
              <a:r>
                <a:rPr lang="en-GB" altLang="en-US" sz="1600" dirty="0" err="1">
                  <a:solidFill>
                    <a:srgbClr val="000808"/>
                  </a:solidFill>
                </a:rPr>
                <a:t>Qué</a:t>
              </a:r>
              <a:r>
                <a:rPr lang="en-GB" altLang="en-US" sz="1600" dirty="0">
                  <a:solidFill>
                    <a:srgbClr val="000808"/>
                  </a:solidFill>
                </a:rPr>
                <a:t>? </a:t>
              </a:r>
            </a:p>
            <a:p>
              <a:pPr algn="ctr" eaLnBrk="1" fontAlgn="auto" hangingPunct="1">
                <a:spcBef>
                  <a:spcPts val="0"/>
                </a:spcBef>
                <a:spcAft>
                  <a:spcPts val="0"/>
                </a:spcAft>
                <a:defRPr/>
              </a:pPr>
              <a:r>
                <a:rPr lang="en-GB" altLang="en-US" sz="1600" dirty="0">
                  <a:solidFill>
                    <a:srgbClr val="000808"/>
                  </a:solidFill>
                </a:rPr>
                <a:t>¿</a:t>
              </a:r>
              <a:r>
                <a:rPr lang="en-GB" altLang="en-US" sz="1600" dirty="0" err="1">
                  <a:solidFill>
                    <a:srgbClr val="000808"/>
                  </a:solidFill>
                </a:rPr>
                <a:t>Cómo</a:t>
              </a:r>
              <a:r>
                <a:rPr lang="en-GB" altLang="en-US" sz="1600" dirty="0">
                  <a:solidFill>
                    <a:srgbClr val="000808"/>
                  </a:solidFill>
                </a:rPr>
                <a:t>?          ¿</a:t>
              </a:r>
              <a:r>
                <a:rPr lang="en-GB" altLang="en-US" sz="1600" dirty="0" err="1">
                  <a:solidFill>
                    <a:srgbClr val="000808"/>
                  </a:solidFill>
                </a:rPr>
                <a:t>Dónde</a:t>
              </a:r>
              <a:r>
                <a:rPr lang="en-GB" altLang="en-US" sz="1600" dirty="0">
                  <a:solidFill>
                    <a:srgbClr val="000808"/>
                  </a:solidFill>
                </a:rPr>
                <a:t>?</a:t>
              </a:r>
            </a:p>
            <a:p>
              <a:pPr algn="ctr" eaLnBrk="1" fontAlgn="auto" hangingPunct="1">
                <a:spcBef>
                  <a:spcPts val="0"/>
                </a:spcBef>
                <a:spcAft>
                  <a:spcPts val="0"/>
                </a:spcAft>
                <a:defRPr/>
              </a:pPr>
              <a:r>
                <a:rPr lang="en-GB" altLang="en-US" sz="1600" dirty="0">
                  <a:solidFill>
                    <a:srgbClr val="000808"/>
                  </a:solidFill>
                </a:rPr>
                <a:t>¿</a:t>
              </a:r>
              <a:r>
                <a:rPr lang="en-GB" altLang="en-US" sz="1600" dirty="0" err="1">
                  <a:solidFill>
                    <a:srgbClr val="000808"/>
                  </a:solidFill>
                </a:rPr>
                <a:t>Cuándo</a:t>
              </a:r>
              <a:r>
                <a:rPr lang="en-GB" altLang="en-US" sz="1600" dirty="0">
                  <a:solidFill>
                    <a:srgbClr val="000808"/>
                  </a:solidFill>
                </a:rPr>
                <a:t>?</a:t>
              </a:r>
            </a:p>
          </p:txBody>
        </p:sp>
        <p:sp>
          <p:nvSpPr>
            <p:cNvPr id="46090" name="Line 5">
              <a:extLst>
                <a:ext uri="{FF2B5EF4-FFF2-40B4-BE49-F238E27FC236}">
                  <a16:creationId xmlns:a16="http://schemas.microsoft.com/office/drawing/2014/main" id="{0C50819B-3491-69E8-8C7B-F447392263A0}"/>
                </a:ext>
              </a:extLst>
            </p:cNvPr>
            <p:cNvSpPr>
              <a:spLocks noChangeShapeType="1"/>
            </p:cNvSpPr>
            <p:nvPr/>
          </p:nvSpPr>
          <p:spPr bwMode="auto">
            <a:xfrm>
              <a:off x="1355" y="1961"/>
              <a:ext cx="443" cy="84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6091" name="Line 6">
              <a:extLst>
                <a:ext uri="{FF2B5EF4-FFF2-40B4-BE49-F238E27FC236}">
                  <a16:creationId xmlns:a16="http://schemas.microsoft.com/office/drawing/2014/main" id="{CF3AC4CC-ABA4-0E85-5E1B-FDD7E3E717F1}"/>
                </a:ext>
              </a:extLst>
            </p:cNvPr>
            <p:cNvSpPr>
              <a:spLocks noChangeShapeType="1"/>
            </p:cNvSpPr>
            <p:nvPr/>
          </p:nvSpPr>
          <p:spPr bwMode="auto">
            <a:xfrm flipV="1">
              <a:off x="981" y="3533"/>
              <a:ext cx="613" cy="72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6092" name="Line 7">
              <a:extLst>
                <a:ext uri="{FF2B5EF4-FFF2-40B4-BE49-F238E27FC236}">
                  <a16:creationId xmlns:a16="http://schemas.microsoft.com/office/drawing/2014/main" id="{D8392B72-1CBC-6C88-95EC-E7739F2B0BDC}"/>
                </a:ext>
              </a:extLst>
            </p:cNvPr>
            <p:cNvSpPr>
              <a:spLocks noChangeShapeType="1"/>
            </p:cNvSpPr>
            <p:nvPr/>
          </p:nvSpPr>
          <p:spPr bwMode="auto">
            <a:xfrm>
              <a:off x="2478" y="4017"/>
              <a:ext cx="170" cy="109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6093" name="Line 8">
              <a:extLst>
                <a:ext uri="{FF2B5EF4-FFF2-40B4-BE49-F238E27FC236}">
                  <a16:creationId xmlns:a16="http://schemas.microsoft.com/office/drawing/2014/main" id="{3FB070DB-0018-FF7F-8278-698E9FA2A703}"/>
                </a:ext>
              </a:extLst>
            </p:cNvPr>
            <p:cNvSpPr>
              <a:spLocks noChangeShapeType="1"/>
            </p:cNvSpPr>
            <p:nvPr/>
          </p:nvSpPr>
          <p:spPr bwMode="auto">
            <a:xfrm flipV="1">
              <a:off x="2921" y="2808"/>
              <a:ext cx="680" cy="303"/>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6094" name="Line 9">
              <a:extLst>
                <a:ext uri="{FF2B5EF4-FFF2-40B4-BE49-F238E27FC236}">
                  <a16:creationId xmlns:a16="http://schemas.microsoft.com/office/drawing/2014/main" id="{A3C016CB-3C59-2300-2287-1D1EA9F792C1}"/>
                </a:ext>
              </a:extLst>
            </p:cNvPr>
            <p:cNvSpPr>
              <a:spLocks noChangeShapeType="1"/>
            </p:cNvSpPr>
            <p:nvPr/>
          </p:nvSpPr>
          <p:spPr bwMode="auto">
            <a:xfrm flipH="1">
              <a:off x="2444" y="1720"/>
              <a:ext cx="204" cy="907"/>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PR"/>
            </a:p>
          </p:txBody>
        </p:sp>
        <p:sp>
          <p:nvSpPr>
            <p:cNvPr id="46095" name="Text Box 15">
              <a:extLst>
                <a:ext uri="{FF2B5EF4-FFF2-40B4-BE49-F238E27FC236}">
                  <a16:creationId xmlns:a16="http://schemas.microsoft.com/office/drawing/2014/main" id="{7608F7DF-60DD-19F8-AC3E-5B382AB5FFCB}"/>
                </a:ext>
              </a:extLst>
            </p:cNvPr>
            <p:cNvSpPr txBox="1">
              <a:spLocks noChangeArrowheads="1"/>
            </p:cNvSpPr>
            <p:nvPr/>
          </p:nvSpPr>
          <p:spPr bwMode="auto">
            <a:xfrm>
              <a:off x="1021" y="2267"/>
              <a:ext cx="491"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5. Cierre</a:t>
              </a:r>
              <a:endParaRPr lang="en-US" altLang="en-US" sz="1000">
                <a:latin typeface="Calibri" panose="020F0502020204030204" pitchFamily="34" charset="0"/>
                <a:ea typeface="ＭＳ Ｐゴシック" panose="020B0600070205080204" pitchFamily="34" charset="-128"/>
              </a:endParaRPr>
            </a:p>
          </p:txBody>
        </p:sp>
        <p:sp>
          <p:nvSpPr>
            <p:cNvPr id="46096" name="Text Box 16">
              <a:extLst>
                <a:ext uri="{FF2B5EF4-FFF2-40B4-BE49-F238E27FC236}">
                  <a16:creationId xmlns:a16="http://schemas.microsoft.com/office/drawing/2014/main" id="{E0A92005-99F0-0FA3-403B-E896D7B3772F}"/>
                </a:ext>
              </a:extLst>
            </p:cNvPr>
            <p:cNvSpPr txBox="1">
              <a:spLocks noChangeArrowheads="1"/>
            </p:cNvSpPr>
            <p:nvPr/>
          </p:nvSpPr>
          <p:spPr bwMode="auto">
            <a:xfrm>
              <a:off x="1196" y="2381"/>
              <a:ext cx="97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Comprométete con la</a:t>
              </a:r>
            </a:p>
            <a:p>
              <a:pPr eaLnBrk="1" hangingPunct="1">
                <a:lnSpc>
                  <a:spcPts val="800"/>
                </a:lnSpc>
              </a:pPr>
              <a:endParaRPr lang="es-MX" altLang="en-US" sz="1600" b="1">
                <a:solidFill>
                  <a:schemeClr val="tx2"/>
                </a:solidFill>
                <a:latin typeface="Calibri" panose="020F0502020204030204" pitchFamily="34" charset="0"/>
                <a:ea typeface="ＭＳ Ｐゴシック" panose="020B0600070205080204" pitchFamily="34" charset="-128"/>
              </a:endParaRPr>
            </a:p>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 acción</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6097" name="Text Box 17">
              <a:extLst>
                <a:ext uri="{FF2B5EF4-FFF2-40B4-BE49-F238E27FC236}">
                  <a16:creationId xmlns:a16="http://schemas.microsoft.com/office/drawing/2014/main" id="{2DB69BDE-96C8-6EA1-FA60-AF2F37A488C7}"/>
                </a:ext>
              </a:extLst>
            </p:cNvPr>
            <p:cNvSpPr txBox="1">
              <a:spLocks noChangeArrowheads="1"/>
            </p:cNvSpPr>
            <p:nvPr/>
          </p:nvSpPr>
          <p:spPr bwMode="auto">
            <a:xfrm>
              <a:off x="2132" y="2219"/>
              <a:ext cx="114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Sigue los pasos específicos y</a:t>
              </a:r>
            </a:p>
            <a:p>
              <a:pPr eaLnBrk="1" hangingPunct="1">
                <a:lnSpc>
                  <a:spcPts val="800"/>
                </a:lnSpc>
              </a:pPr>
              <a:endParaRPr lang="es-MX" altLang="en-US" sz="1600" b="1">
                <a:solidFill>
                  <a:schemeClr val="tx2"/>
                </a:solidFill>
                <a:latin typeface="Calibri" panose="020F0502020204030204" pitchFamily="34" charset="0"/>
                <a:ea typeface="ＭＳ Ｐゴシック" panose="020B0600070205080204" pitchFamily="34" charset="-128"/>
              </a:endParaRPr>
            </a:p>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 divididos por fases-tiempo</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6098" name="Text Box 18">
              <a:extLst>
                <a:ext uri="{FF2B5EF4-FFF2-40B4-BE49-F238E27FC236}">
                  <a16:creationId xmlns:a16="http://schemas.microsoft.com/office/drawing/2014/main" id="{B6D3D081-EB7B-987E-1701-F0A7E18F7BF3}"/>
                </a:ext>
              </a:extLst>
            </p:cNvPr>
            <p:cNvSpPr txBox="1">
              <a:spLocks noChangeArrowheads="1"/>
            </p:cNvSpPr>
            <p:nvPr/>
          </p:nvSpPr>
          <p:spPr bwMode="auto">
            <a:xfrm>
              <a:off x="801" y="3384"/>
              <a:ext cx="8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Identifica posibles</a:t>
              </a:r>
            </a:p>
            <a:p>
              <a:pPr eaLnBrk="1" hangingPunct="1">
                <a:lnSpc>
                  <a:spcPts val="800"/>
                </a:lnSpc>
              </a:pPr>
              <a:endParaRPr lang="es-MX" altLang="en-US" sz="1600" b="1">
                <a:solidFill>
                  <a:schemeClr val="tx2"/>
                </a:solidFill>
                <a:latin typeface="Calibri" panose="020F0502020204030204" pitchFamily="34" charset="0"/>
                <a:ea typeface="ＭＳ Ｐゴシック" panose="020B0600070205080204" pitchFamily="34" charset="-128"/>
              </a:endParaRPr>
            </a:p>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 obstáculos</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6099" name="Text Box 19">
              <a:extLst>
                <a:ext uri="{FF2B5EF4-FFF2-40B4-BE49-F238E27FC236}">
                  <a16:creationId xmlns:a16="http://schemas.microsoft.com/office/drawing/2014/main" id="{E89F97F8-B44A-9469-AEF9-E70A408C9C60}"/>
                </a:ext>
              </a:extLst>
            </p:cNvPr>
            <p:cNvSpPr txBox="1">
              <a:spLocks noChangeArrowheads="1"/>
            </p:cNvSpPr>
            <p:nvPr/>
          </p:nvSpPr>
          <p:spPr bwMode="auto">
            <a:xfrm>
              <a:off x="2047" y="4376"/>
              <a:ext cx="8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Acuerda</a:t>
              </a:r>
            </a:p>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 </a:t>
              </a:r>
            </a:p>
            <a:p>
              <a:pPr eaLnBrk="1" hangingPunct="1">
                <a:lnSpc>
                  <a:spcPts val="800"/>
                </a:lnSpc>
              </a:pPr>
              <a:r>
                <a:rPr lang="es-MX" altLang="en-US" sz="1600" b="1">
                  <a:solidFill>
                    <a:schemeClr val="tx2"/>
                  </a:solidFill>
                  <a:latin typeface="Calibri" panose="020F0502020204030204" pitchFamily="34" charset="0"/>
                  <a:ea typeface="ＭＳ Ｐゴシック" panose="020B0600070205080204" pitchFamily="34" charset="-128"/>
                </a:rPr>
                <a:t>apoyo</a:t>
              </a:r>
              <a:endParaRPr lang="en-US" altLang="en-US" sz="1600" b="1">
                <a:solidFill>
                  <a:schemeClr val="tx2"/>
                </a:solidFill>
                <a:latin typeface="Calibri" panose="020F0502020204030204" pitchFamily="34" charset="0"/>
                <a:ea typeface="ＭＳ Ｐゴシック" panose="020B0600070205080204" pitchFamily="34" charset="-128"/>
              </a:endParaRPr>
            </a:p>
          </p:txBody>
        </p:sp>
        <p:sp>
          <p:nvSpPr>
            <p:cNvPr id="46100" name="Text Box 20">
              <a:extLst>
                <a:ext uri="{FF2B5EF4-FFF2-40B4-BE49-F238E27FC236}">
                  <a16:creationId xmlns:a16="http://schemas.microsoft.com/office/drawing/2014/main" id="{1C2D3C42-C717-6BEB-854C-EA4734158E28}"/>
                </a:ext>
              </a:extLst>
            </p:cNvPr>
            <p:cNvSpPr txBox="1">
              <a:spLocks noChangeArrowheads="1"/>
            </p:cNvSpPr>
            <p:nvPr/>
          </p:nvSpPr>
          <p:spPr bwMode="auto">
            <a:xfrm>
              <a:off x="1251" y="3938"/>
              <a:ext cx="62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4. Opciones</a:t>
              </a:r>
              <a:endParaRPr lang="en-US" altLang="en-US" sz="1000">
                <a:latin typeface="Calibri" panose="020F0502020204030204" pitchFamily="34" charset="0"/>
                <a:ea typeface="ＭＳ Ｐゴシック" panose="020B0600070205080204" pitchFamily="34" charset="-128"/>
              </a:endParaRPr>
            </a:p>
          </p:txBody>
        </p:sp>
        <p:sp>
          <p:nvSpPr>
            <p:cNvPr id="46101" name="Text Box 21">
              <a:extLst>
                <a:ext uri="{FF2B5EF4-FFF2-40B4-BE49-F238E27FC236}">
                  <a16:creationId xmlns:a16="http://schemas.microsoft.com/office/drawing/2014/main" id="{69EAB7E8-CC1B-8E80-37A2-63E4CAB06D77}"/>
                </a:ext>
              </a:extLst>
            </p:cNvPr>
            <p:cNvSpPr txBox="1">
              <a:spLocks noChangeArrowheads="1"/>
            </p:cNvSpPr>
            <p:nvPr/>
          </p:nvSpPr>
          <p:spPr bwMode="auto">
            <a:xfrm>
              <a:off x="2567" y="2143"/>
              <a:ext cx="6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2. Objetivos</a:t>
              </a:r>
              <a:endParaRPr lang="en-US" altLang="en-US" sz="1000">
                <a:latin typeface="Calibri" panose="020F0502020204030204" pitchFamily="34" charset="0"/>
                <a:ea typeface="ＭＳ Ｐゴシック" panose="020B0600070205080204" pitchFamily="34" charset="-128"/>
              </a:endParaRPr>
            </a:p>
          </p:txBody>
        </p:sp>
        <p:sp>
          <p:nvSpPr>
            <p:cNvPr id="46102" name="Text Box 22">
              <a:extLst>
                <a:ext uri="{FF2B5EF4-FFF2-40B4-BE49-F238E27FC236}">
                  <a16:creationId xmlns:a16="http://schemas.microsoft.com/office/drawing/2014/main" id="{94651F3A-4ED8-1B5E-62A0-8C2213BBC030}"/>
                </a:ext>
              </a:extLst>
            </p:cNvPr>
            <p:cNvSpPr txBox="1">
              <a:spLocks noChangeArrowheads="1"/>
            </p:cNvSpPr>
            <p:nvPr/>
          </p:nvSpPr>
          <p:spPr bwMode="auto">
            <a:xfrm>
              <a:off x="2949" y="3216"/>
              <a:ext cx="59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3. Realidad</a:t>
              </a:r>
              <a:endParaRPr lang="en-US" altLang="en-US" sz="1000">
                <a:latin typeface="Calibri" panose="020F0502020204030204" pitchFamily="34" charset="0"/>
                <a:ea typeface="ＭＳ Ｐゴシック" panose="020B0600070205080204" pitchFamily="34" charset="-128"/>
              </a:endParaRPr>
            </a:p>
          </p:txBody>
        </p:sp>
        <p:sp>
          <p:nvSpPr>
            <p:cNvPr id="46103" name="Text Box 23">
              <a:extLst>
                <a:ext uri="{FF2B5EF4-FFF2-40B4-BE49-F238E27FC236}">
                  <a16:creationId xmlns:a16="http://schemas.microsoft.com/office/drawing/2014/main" id="{296BD924-068A-4021-AED3-74FA901AABAD}"/>
                </a:ext>
              </a:extLst>
            </p:cNvPr>
            <p:cNvSpPr txBox="1">
              <a:spLocks noChangeArrowheads="1"/>
            </p:cNvSpPr>
            <p:nvPr/>
          </p:nvSpPr>
          <p:spPr bwMode="auto">
            <a:xfrm>
              <a:off x="1680" y="1796"/>
              <a:ext cx="44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37931725" indent="-37474525">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s-MX" altLang="en-US" sz="1000">
                  <a:latin typeface="Calibri" panose="020F0502020204030204" pitchFamily="34" charset="0"/>
                  <a:ea typeface="ＭＳ Ｐゴシック" panose="020B0600070205080204" pitchFamily="34" charset="-128"/>
                </a:rPr>
                <a:t>1. Metas</a:t>
              </a:r>
              <a:endParaRPr lang="en-US" altLang="en-US" sz="1000">
                <a:latin typeface="Calibri" panose="020F0502020204030204" pitchFamily="34" charset="0"/>
                <a:ea typeface="ＭＳ Ｐゴシック" panose="020B0600070205080204" pitchFamily="34" charset="-128"/>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a:extLst>
              <a:ext uri="{FF2B5EF4-FFF2-40B4-BE49-F238E27FC236}">
                <a16:creationId xmlns:a16="http://schemas.microsoft.com/office/drawing/2014/main" id="{7E3985C6-66DC-2E03-42C5-F780E99B4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550863"/>
            <a:ext cx="9409113"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a:extLst>
              <a:ext uri="{FF2B5EF4-FFF2-40B4-BE49-F238E27FC236}">
                <a16:creationId xmlns:a16="http://schemas.microsoft.com/office/drawing/2014/main" id="{E2DDD954-3E90-05C8-7BCF-3A98C48769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3638" y="404813"/>
            <a:ext cx="9942512"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a:extLst>
              <a:ext uri="{FF2B5EF4-FFF2-40B4-BE49-F238E27FC236}">
                <a16:creationId xmlns:a16="http://schemas.microsoft.com/office/drawing/2014/main" id="{3273C3C1-2E96-9996-D6C9-9DDDE3422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200" y="709613"/>
            <a:ext cx="9942513"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9925D-3999-1BAF-07A7-18FAA37B9A32}"/>
              </a:ext>
            </a:extLst>
          </p:cNvPr>
          <p:cNvSpPr>
            <a:spLocks noGrp="1"/>
          </p:cNvSpPr>
          <p:nvPr>
            <p:ph type="title"/>
          </p:nvPr>
        </p:nvSpPr>
        <p:spPr>
          <a:xfrm>
            <a:off x="252919" y="2043953"/>
            <a:ext cx="2947482" cy="3681067"/>
          </a:xfrm>
        </p:spPr>
        <p:txBody>
          <a:bodyPr anchor="ctr">
            <a:normAutofit/>
          </a:bodyPr>
          <a:lstStyle/>
          <a:p>
            <a:r>
              <a:rPr lang="es-PR" dirty="0"/>
              <a:t>Ejemplo Práctico: Docente</a:t>
            </a:r>
            <a:endParaRPr lang="en-PR" dirty="0"/>
          </a:p>
        </p:txBody>
      </p:sp>
      <p:graphicFrame>
        <p:nvGraphicFramePr>
          <p:cNvPr id="5" name="Text Placeholder 2">
            <a:extLst>
              <a:ext uri="{FF2B5EF4-FFF2-40B4-BE49-F238E27FC236}">
                <a16:creationId xmlns:a16="http://schemas.microsoft.com/office/drawing/2014/main" id="{2A78F4C8-ECED-505F-6CC8-F5DAB613F796}"/>
              </a:ext>
            </a:extLst>
          </p:cNvPr>
          <p:cNvGraphicFramePr/>
          <p:nvPr>
            <p:extLst>
              <p:ext uri="{D42A27DB-BD31-4B8C-83A1-F6EECF244321}">
                <p14:modId xmlns:p14="http://schemas.microsoft.com/office/powerpoint/2010/main" val="3002896685"/>
              </p:ext>
            </p:extLst>
          </p:nvPr>
        </p:nvGraphicFramePr>
        <p:xfrm>
          <a:off x="3868737" y="863600"/>
          <a:ext cx="7685953" cy="5495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8167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E099-A21F-25E6-9F9A-5073F7F3CDF5}"/>
              </a:ext>
            </a:extLst>
          </p:cNvPr>
          <p:cNvSpPr>
            <a:spLocks noGrp="1"/>
          </p:cNvSpPr>
          <p:nvPr>
            <p:ph type="title"/>
          </p:nvPr>
        </p:nvSpPr>
        <p:spPr>
          <a:xfrm>
            <a:off x="8983566" y="2345167"/>
            <a:ext cx="2947482" cy="3376355"/>
          </a:xfrm>
        </p:spPr>
        <p:txBody>
          <a:bodyPr anchor="ctr">
            <a:normAutofit/>
          </a:bodyPr>
          <a:lstStyle/>
          <a:p>
            <a:r>
              <a:rPr lang="es-PR" dirty="0"/>
              <a:t>Ejemplo Práctico: Estudiante</a:t>
            </a:r>
            <a:endParaRPr lang="en-PR" dirty="0"/>
          </a:p>
        </p:txBody>
      </p:sp>
      <p:graphicFrame>
        <p:nvGraphicFramePr>
          <p:cNvPr id="5" name="Text Placeholder 2">
            <a:extLst>
              <a:ext uri="{FF2B5EF4-FFF2-40B4-BE49-F238E27FC236}">
                <a16:creationId xmlns:a16="http://schemas.microsoft.com/office/drawing/2014/main" id="{F0CFFDAA-1CFB-E925-9587-9428CAD69FCA}"/>
              </a:ext>
            </a:extLst>
          </p:cNvPr>
          <p:cNvGraphicFramePr/>
          <p:nvPr>
            <p:extLst>
              <p:ext uri="{D42A27DB-BD31-4B8C-83A1-F6EECF244321}">
                <p14:modId xmlns:p14="http://schemas.microsoft.com/office/powerpoint/2010/main" val="3855160640"/>
              </p:ext>
            </p:extLst>
          </p:nvPr>
        </p:nvGraphicFramePr>
        <p:xfrm>
          <a:off x="951134" y="860611"/>
          <a:ext cx="7315200" cy="512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7153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een seedling sprouting on the ground">
            <a:extLst>
              <a:ext uri="{FF2B5EF4-FFF2-40B4-BE49-F238E27FC236}">
                <a16:creationId xmlns:a16="http://schemas.microsoft.com/office/drawing/2014/main" id="{E23C8D99-8413-15BE-995C-E93A57542721}"/>
              </a:ext>
            </a:extLst>
          </p:cNvPr>
          <p:cNvPicPr>
            <a:picLocks noChangeAspect="1"/>
          </p:cNvPicPr>
          <p:nvPr/>
        </p:nvPicPr>
        <p:blipFill>
          <a:blip r:embed="rId2"/>
          <a:srcRect t="9274"/>
          <a:stretch>
            <a:fillRect/>
          </a:stretch>
        </p:blipFill>
        <p:spPr>
          <a:xfrm>
            <a:off x="20" y="10"/>
            <a:ext cx="12191980" cy="6857990"/>
          </a:xfrm>
          <a:prstGeom prst="rect">
            <a:avLst/>
          </a:prstGeom>
          <a:noFill/>
        </p:spPr>
      </p:pic>
      <p:sp>
        <p:nvSpPr>
          <p:cNvPr id="2" name="Title 1">
            <a:extLst>
              <a:ext uri="{FF2B5EF4-FFF2-40B4-BE49-F238E27FC236}">
                <a16:creationId xmlns:a16="http://schemas.microsoft.com/office/drawing/2014/main" id="{10204BDD-F158-72EE-F730-79BB3F7AD280}"/>
              </a:ext>
            </a:extLst>
          </p:cNvPr>
          <p:cNvSpPr>
            <a:spLocks noGrp="1"/>
          </p:cNvSpPr>
          <p:nvPr>
            <p:ph type="title"/>
          </p:nvPr>
        </p:nvSpPr>
        <p:spPr>
          <a:xfrm>
            <a:off x="337476" y="2795380"/>
            <a:ext cx="3369512" cy="2880230"/>
          </a:xfrm>
        </p:spPr>
        <p:txBody>
          <a:bodyPr anchor="ctr">
            <a:normAutofit/>
          </a:bodyPr>
          <a:lstStyle/>
          <a:p>
            <a:r>
              <a:rPr lang="en-US" dirty="0" err="1"/>
              <a:t>Implementación</a:t>
            </a:r>
            <a:r>
              <a:rPr lang="en-US" dirty="0"/>
              <a:t> de un Plan de Grow</a:t>
            </a:r>
            <a:endParaRPr lang="en-PR" dirty="0"/>
          </a:p>
        </p:txBody>
      </p:sp>
    </p:spTree>
    <p:extLst>
      <p:ext uri="{BB962C8B-B14F-4D97-AF65-F5344CB8AC3E}">
        <p14:creationId xmlns:p14="http://schemas.microsoft.com/office/powerpoint/2010/main" val="4098040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62E4-12E6-41C5-FEBB-D398F0A81AC2}"/>
              </a:ext>
            </a:extLst>
          </p:cNvPr>
          <p:cNvSpPr>
            <a:spLocks noGrp="1"/>
          </p:cNvSpPr>
          <p:nvPr>
            <p:ph type="title"/>
          </p:nvPr>
        </p:nvSpPr>
        <p:spPr>
          <a:xfrm>
            <a:off x="252919" y="2043953"/>
            <a:ext cx="2947482" cy="3681067"/>
          </a:xfrm>
        </p:spPr>
        <p:txBody>
          <a:bodyPr anchor="ctr">
            <a:normAutofit/>
          </a:bodyPr>
          <a:lstStyle/>
          <a:p>
            <a:r>
              <a:rPr lang="es-ES" dirty="0"/>
              <a:t>Creación del Plan de Datos – Modelo </a:t>
            </a:r>
            <a:r>
              <a:rPr lang="es-ES" dirty="0" err="1"/>
              <a:t>Grow</a:t>
            </a:r>
            <a:endParaRPr lang="en-PR" dirty="0"/>
          </a:p>
        </p:txBody>
      </p:sp>
      <p:graphicFrame>
        <p:nvGraphicFramePr>
          <p:cNvPr id="5" name="Text Placeholder 2">
            <a:extLst>
              <a:ext uri="{FF2B5EF4-FFF2-40B4-BE49-F238E27FC236}">
                <a16:creationId xmlns:a16="http://schemas.microsoft.com/office/drawing/2014/main" id="{CC761578-57C6-EB0E-568A-A55EFBE5C70A}"/>
              </a:ext>
            </a:extLst>
          </p:cNvPr>
          <p:cNvGraphicFramePr/>
          <p:nvPr>
            <p:extLst>
              <p:ext uri="{D42A27DB-BD31-4B8C-83A1-F6EECF244321}">
                <p14:modId xmlns:p14="http://schemas.microsoft.com/office/powerpoint/2010/main" val="2926688983"/>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9752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E0D3F-C0A1-2677-3C61-97F9CC9B148B}"/>
              </a:ext>
            </a:extLst>
          </p:cNvPr>
          <p:cNvSpPr>
            <a:spLocks noGrp="1"/>
          </p:cNvSpPr>
          <p:nvPr>
            <p:ph type="title"/>
          </p:nvPr>
        </p:nvSpPr>
        <p:spPr>
          <a:xfrm>
            <a:off x="252919" y="2043953"/>
            <a:ext cx="2947482" cy="3681067"/>
          </a:xfrm>
        </p:spPr>
        <p:txBody>
          <a:bodyPr anchor="ctr">
            <a:normAutofit/>
          </a:bodyPr>
          <a:lstStyle/>
          <a:p>
            <a:r>
              <a:rPr lang="es-PR" dirty="0"/>
              <a:t>Ejemplos: Objetivos por Programa Académico</a:t>
            </a:r>
            <a:endParaRPr lang="en-PR" dirty="0"/>
          </a:p>
        </p:txBody>
      </p:sp>
      <p:graphicFrame>
        <p:nvGraphicFramePr>
          <p:cNvPr id="5" name="Text Placeholder 2">
            <a:extLst>
              <a:ext uri="{FF2B5EF4-FFF2-40B4-BE49-F238E27FC236}">
                <a16:creationId xmlns:a16="http://schemas.microsoft.com/office/drawing/2014/main" id="{87EABE81-CDE1-C4DB-E75E-21DAE89696E3}"/>
              </a:ext>
            </a:extLst>
          </p:cNvPr>
          <p:cNvGraphicFramePr/>
          <p:nvPr>
            <p:extLst>
              <p:ext uri="{D42A27DB-BD31-4B8C-83A1-F6EECF244321}">
                <p14:modId xmlns:p14="http://schemas.microsoft.com/office/powerpoint/2010/main" val="1064131771"/>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9101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E492-3DC6-1D60-2286-8477EC8615F1}"/>
              </a:ext>
            </a:extLst>
          </p:cNvPr>
          <p:cNvSpPr>
            <a:spLocks noGrp="1"/>
          </p:cNvSpPr>
          <p:nvPr>
            <p:ph type="title"/>
          </p:nvPr>
        </p:nvSpPr>
        <p:spPr>
          <a:xfrm>
            <a:off x="252919" y="2043953"/>
            <a:ext cx="2947482" cy="3681067"/>
          </a:xfrm>
        </p:spPr>
        <p:txBody>
          <a:bodyPr anchor="ctr">
            <a:normAutofit/>
          </a:bodyPr>
          <a:lstStyle/>
          <a:p>
            <a:r>
              <a:rPr lang="es-PR" sz="3100"/>
              <a:t>Rúbrica de Implementación</a:t>
            </a:r>
            <a:endParaRPr lang="en-PR" sz="3100"/>
          </a:p>
        </p:txBody>
      </p:sp>
      <p:graphicFrame>
        <p:nvGraphicFramePr>
          <p:cNvPr id="6" name="Text Placeholder 2">
            <a:extLst>
              <a:ext uri="{FF2B5EF4-FFF2-40B4-BE49-F238E27FC236}">
                <a16:creationId xmlns:a16="http://schemas.microsoft.com/office/drawing/2014/main" id="{6983C35F-E77C-A59D-185A-A5A2D6D6BBBA}"/>
              </a:ext>
            </a:extLst>
          </p:cNvPr>
          <p:cNvGraphicFramePr/>
          <p:nvPr>
            <p:extLst>
              <p:ext uri="{D42A27DB-BD31-4B8C-83A1-F6EECF244321}">
                <p14:modId xmlns:p14="http://schemas.microsoft.com/office/powerpoint/2010/main" val="162393584"/>
              </p:ext>
            </p:extLst>
          </p:nvPr>
        </p:nvGraphicFramePr>
        <p:xfrm>
          <a:off x="3584864" y="228600"/>
          <a:ext cx="8354217" cy="6286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1718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99EAB-0906-DC78-DB34-47101E2049F9}"/>
              </a:ext>
            </a:extLst>
          </p:cNvPr>
          <p:cNvSpPr>
            <a:spLocks noGrp="1"/>
          </p:cNvSpPr>
          <p:nvPr>
            <p:ph type="ctrTitle"/>
          </p:nvPr>
        </p:nvSpPr>
        <p:spPr>
          <a:xfrm>
            <a:off x="3722622" y="1298448"/>
            <a:ext cx="7187529" cy="2922551"/>
          </a:xfrm>
        </p:spPr>
        <p:txBody>
          <a:bodyPr anchor="b">
            <a:normAutofit/>
          </a:bodyPr>
          <a:lstStyle/>
          <a:p>
            <a:r>
              <a:rPr lang="es-PR" sz="6600" noProof="0" dirty="0"/>
              <a:t>Actividades de Aplicación</a:t>
            </a:r>
          </a:p>
        </p:txBody>
      </p:sp>
    </p:spTree>
    <p:extLst>
      <p:ext uri="{BB962C8B-B14F-4D97-AF65-F5344CB8AC3E}">
        <p14:creationId xmlns:p14="http://schemas.microsoft.com/office/powerpoint/2010/main" val="1916612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BDD80-17E3-E702-9A07-5763806F4C58}"/>
              </a:ext>
            </a:extLst>
          </p:cNvPr>
          <p:cNvSpPr>
            <a:spLocks noGrp="1"/>
          </p:cNvSpPr>
          <p:nvPr>
            <p:ph type="title"/>
          </p:nvPr>
        </p:nvSpPr>
        <p:spPr>
          <a:xfrm>
            <a:off x="252919" y="2043953"/>
            <a:ext cx="2947482" cy="3681067"/>
          </a:xfrm>
        </p:spPr>
        <p:txBody>
          <a:bodyPr anchor="ctr">
            <a:normAutofit/>
          </a:bodyPr>
          <a:lstStyle/>
          <a:p>
            <a:r>
              <a:rPr lang="es-ES" dirty="0"/>
              <a:t>Actividad 1 – Análisis de Datos con GROW</a:t>
            </a:r>
            <a:endParaRPr lang="en-PR" dirty="0"/>
          </a:p>
        </p:txBody>
      </p:sp>
      <p:graphicFrame>
        <p:nvGraphicFramePr>
          <p:cNvPr id="5" name="Text Placeholder 2">
            <a:extLst>
              <a:ext uri="{FF2B5EF4-FFF2-40B4-BE49-F238E27FC236}">
                <a16:creationId xmlns:a16="http://schemas.microsoft.com/office/drawing/2014/main" id="{FCD3B2DC-9EA8-2BDF-4F09-9163A4EAEC8A}"/>
              </a:ext>
            </a:extLst>
          </p:cNvPr>
          <p:cNvGraphicFramePr/>
          <p:nvPr>
            <p:extLst>
              <p:ext uri="{D42A27DB-BD31-4B8C-83A1-F6EECF244321}">
                <p14:modId xmlns:p14="http://schemas.microsoft.com/office/powerpoint/2010/main" val="3484435556"/>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24605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CF319-25A4-C7A4-81D5-BA4961233212}"/>
              </a:ext>
            </a:extLst>
          </p:cNvPr>
          <p:cNvSpPr>
            <a:spLocks noGrp="1"/>
          </p:cNvSpPr>
          <p:nvPr>
            <p:ph type="title"/>
          </p:nvPr>
        </p:nvSpPr>
        <p:spPr>
          <a:xfrm>
            <a:off x="252919" y="2043953"/>
            <a:ext cx="2947482" cy="3681067"/>
          </a:xfrm>
        </p:spPr>
        <p:txBody>
          <a:bodyPr anchor="ctr">
            <a:normAutofit/>
          </a:bodyPr>
          <a:lstStyle/>
          <a:p>
            <a:r>
              <a:rPr lang="es-ES" dirty="0"/>
              <a:t>Actividad 2 – Diseño de Metas SMART y Rúbrica</a:t>
            </a:r>
            <a:endParaRPr lang="en-PR" dirty="0"/>
          </a:p>
        </p:txBody>
      </p:sp>
      <p:graphicFrame>
        <p:nvGraphicFramePr>
          <p:cNvPr id="5" name="Text Placeholder 2">
            <a:extLst>
              <a:ext uri="{FF2B5EF4-FFF2-40B4-BE49-F238E27FC236}">
                <a16:creationId xmlns:a16="http://schemas.microsoft.com/office/drawing/2014/main" id="{B093BF94-4188-C07A-16DA-6D37EC4AC782}"/>
              </a:ext>
            </a:extLst>
          </p:cNvPr>
          <p:cNvGraphicFramePr/>
          <p:nvPr>
            <p:extLst>
              <p:ext uri="{D42A27DB-BD31-4B8C-83A1-F6EECF244321}">
                <p14:modId xmlns:p14="http://schemas.microsoft.com/office/powerpoint/2010/main" val="1106112244"/>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9998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7476C-84C2-4431-CAD1-B0C604007914}"/>
              </a:ext>
            </a:extLst>
          </p:cNvPr>
          <p:cNvSpPr>
            <a:spLocks noGrp="1"/>
          </p:cNvSpPr>
          <p:nvPr>
            <p:ph type="title"/>
          </p:nvPr>
        </p:nvSpPr>
        <p:spPr>
          <a:xfrm>
            <a:off x="252919" y="2043953"/>
            <a:ext cx="2947482" cy="3681067"/>
          </a:xfrm>
        </p:spPr>
        <p:txBody>
          <a:bodyPr anchor="ctr">
            <a:normAutofit/>
          </a:bodyPr>
          <a:lstStyle/>
          <a:p>
            <a:r>
              <a:rPr lang="es-ES" dirty="0"/>
              <a:t>Actividad 2 – Diseño de Metas SMART y Rúbrica</a:t>
            </a:r>
            <a:endParaRPr lang="en-PR" dirty="0"/>
          </a:p>
        </p:txBody>
      </p:sp>
      <p:graphicFrame>
        <p:nvGraphicFramePr>
          <p:cNvPr id="5" name="Text Placeholder 2">
            <a:extLst>
              <a:ext uri="{FF2B5EF4-FFF2-40B4-BE49-F238E27FC236}">
                <a16:creationId xmlns:a16="http://schemas.microsoft.com/office/drawing/2014/main" id="{DF110F30-BAFA-6779-54DF-E9CB0329688A}"/>
              </a:ext>
            </a:extLst>
          </p:cNvPr>
          <p:cNvGraphicFramePr/>
          <p:nvPr>
            <p:extLst>
              <p:ext uri="{D42A27DB-BD31-4B8C-83A1-F6EECF244321}">
                <p14:modId xmlns:p14="http://schemas.microsoft.com/office/powerpoint/2010/main" val="4087168633"/>
              </p:ext>
            </p:extLst>
          </p:nvPr>
        </p:nvGraphicFramePr>
        <p:xfrm>
          <a:off x="3868738" y="863600"/>
          <a:ext cx="7315200"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2279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E54F-CA0B-12C7-78DA-03BAE7003985}"/>
              </a:ext>
            </a:extLst>
          </p:cNvPr>
          <p:cNvSpPr>
            <a:spLocks noGrp="1"/>
          </p:cNvSpPr>
          <p:nvPr>
            <p:ph type="title"/>
          </p:nvPr>
        </p:nvSpPr>
        <p:spPr>
          <a:xfrm>
            <a:off x="9425958" y="2641544"/>
            <a:ext cx="2431210" cy="3347055"/>
          </a:xfrm>
        </p:spPr>
        <p:txBody>
          <a:bodyPr anchor="ctr">
            <a:normAutofit/>
          </a:bodyPr>
          <a:lstStyle/>
          <a:p>
            <a:pPr fontAlgn="auto">
              <a:spcAft>
                <a:spcPts val="0"/>
              </a:spcAft>
              <a:defRPr/>
            </a:pPr>
            <a:r>
              <a:rPr lang="en-US" sz="2800" err="1"/>
              <a:t>Conclusiones</a:t>
            </a:r>
            <a:endParaRPr lang="en-US" sz="2800"/>
          </a:p>
        </p:txBody>
      </p:sp>
      <p:sp>
        <p:nvSpPr>
          <p:cNvPr id="3" name="Content Placeholder 2">
            <a:extLst>
              <a:ext uri="{FF2B5EF4-FFF2-40B4-BE49-F238E27FC236}">
                <a16:creationId xmlns:a16="http://schemas.microsoft.com/office/drawing/2014/main" id="{54F7239B-D3A9-BEFC-CAB9-D2A962E29A3E}"/>
              </a:ext>
            </a:extLst>
          </p:cNvPr>
          <p:cNvSpPr>
            <a:spLocks noGrp="1"/>
          </p:cNvSpPr>
          <p:nvPr>
            <p:ph type="body" sz="quarter" idx="13"/>
          </p:nvPr>
        </p:nvSpPr>
        <p:spPr>
          <a:xfrm>
            <a:off x="722203" y="945931"/>
            <a:ext cx="8091488" cy="5033894"/>
          </a:xfrm>
        </p:spPr>
        <p:txBody>
          <a:bodyPr wrap="square" rtlCol="0" anchor="ctr">
            <a:normAutofit/>
          </a:bodyPr>
          <a:lstStyle/>
          <a:p>
            <a:pPr marL="182880" indent="-182880" fontAlgn="auto">
              <a:spcBef>
                <a:spcPct val="0"/>
              </a:spcBef>
              <a:spcAft>
                <a:spcPts val="0"/>
              </a:spcAft>
              <a:buFontTx/>
              <a:buNone/>
              <a:defRPr/>
            </a:pPr>
            <a:r>
              <a:rPr lang="es-MX" altLang="en-US" sz="2800" dirty="0"/>
              <a:t>Independientemente de que el Modelo </a:t>
            </a:r>
            <a:r>
              <a:rPr lang="es-MX" altLang="en-US" sz="2800" dirty="0" err="1"/>
              <a:t>Grow</a:t>
            </a:r>
            <a:r>
              <a:rPr lang="es-MX" altLang="en-US" sz="2800" dirty="0"/>
              <a:t> es considerada como una técnica de solución de problemas, se ha comprobado que también es una técnica muy efectiva de desarrollo de colaboradores, ya que al plantear el logro de una meta (y una serie de objetivos) se esta impulsando el desarrollo de nuevos conocimientos, aprendizajes y en la mayoría de las ocasiones el desarrollo de habilidades que no poseían con anterioridad.</a:t>
            </a:r>
          </a:p>
          <a:p>
            <a:pPr marL="182880" indent="-182880" fontAlgn="auto">
              <a:spcBef>
                <a:spcPct val="0"/>
              </a:spcBef>
              <a:spcAft>
                <a:spcPts val="0"/>
              </a:spcAft>
              <a:buFontTx/>
              <a:buNone/>
              <a:defRPr/>
            </a:pPr>
            <a:endParaRPr lang="es-MX" altLang="en-US" dirty="0"/>
          </a:p>
          <a:p>
            <a:pPr marL="0" indent="0" fontAlgn="auto">
              <a:spcAft>
                <a:spcPts val="0"/>
              </a:spcAft>
              <a:buNone/>
              <a:defRPr/>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A752-F8D9-E2C0-4813-590C850E4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9DC4F-6688-59CF-2336-EED7B9C5DB76}"/>
              </a:ext>
            </a:extLst>
          </p:cNvPr>
          <p:cNvSpPr>
            <a:spLocks noGrp="1"/>
          </p:cNvSpPr>
          <p:nvPr>
            <p:ph type="title"/>
          </p:nvPr>
        </p:nvSpPr>
        <p:spPr>
          <a:xfrm>
            <a:off x="252919" y="2043953"/>
            <a:ext cx="2947482" cy="3681067"/>
          </a:xfrm>
        </p:spPr>
        <p:txBody>
          <a:bodyPr anchor="ctr">
            <a:normAutofit/>
          </a:bodyPr>
          <a:lstStyle/>
          <a:p>
            <a:pPr fontAlgn="auto">
              <a:spcAft>
                <a:spcPts val="0"/>
              </a:spcAft>
              <a:defRPr/>
            </a:pPr>
            <a:r>
              <a:rPr lang="en-US" err="1"/>
              <a:t>Conclusiones</a:t>
            </a:r>
            <a:endParaRPr lang="en-US"/>
          </a:p>
        </p:txBody>
      </p:sp>
      <p:sp>
        <p:nvSpPr>
          <p:cNvPr id="3" name="Content Placeholder 2">
            <a:extLst>
              <a:ext uri="{FF2B5EF4-FFF2-40B4-BE49-F238E27FC236}">
                <a16:creationId xmlns:a16="http://schemas.microsoft.com/office/drawing/2014/main" id="{4BE74EEE-3FEC-B85E-77C8-7285595CD0ED}"/>
              </a:ext>
            </a:extLst>
          </p:cNvPr>
          <p:cNvSpPr>
            <a:spLocks noGrp="1"/>
          </p:cNvSpPr>
          <p:nvPr>
            <p:ph idx="1"/>
          </p:nvPr>
        </p:nvSpPr>
        <p:spPr>
          <a:xfrm>
            <a:off x="3720662" y="451946"/>
            <a:ext cx="7463276" cy="5532930"/>
          </a:xfrm>
        </p:spPr>
        <p:txBody>
          <a:bodyPr wrap="square" rtlCol="0" anchor="ctr">
            <a:normAutofit lnSpcReduction="10000"/>
          </a:bodyPr>
          <a:lstStyle/>
          <a:p>
            <a:pPr marL="182880" indent="-182880" fontAlgn="auto">
              <a:spcBef>
                <a:spcPct val="0"/>
              </a:spcBef>
              <a:spcAft>
                <a:spcPts val="0"/>
              </a:spcAft>
              <a:buFontTx/>
              <a:buNone/>
              <a:defRPr/>
            </a:pPr>
            <a:r>
              <a:rPr lang="es-MX" altLang="en-US" sz="2400" dirty="0"/>
              <a:t>Independientemente de lo anterior y a fin de enmarcar el Modelo </a:t>
            </a:r>
            <a:r>
              <a:rPr lang="es-MX" altLang="en-US" sz="2400" dirty="0" err="1"/>
              <a:t>Grow</a:t>
            </a:r>
            <a:r>
              <a:rPr lang="es-MX" altLang="en-US" sz="2400" dirty="0"/>
              <a:t> dentro del presente programa de desarrollo, a continuación mencionamos las aplicaciones específicas para las cuales lo hemos incluido:</a:t>
            </a:r>
          </a:p>
          <a:p>
            <a:pPr marL="182880" indent="-182880" fontAlgn="auto">
              <a:spcBef>
                <a:spcPct val="0"/>
              </a:spcBef>
              <a:spcAft>
                <a:spcPts val="0"/>
              </a:spcAft>
              <a:buFontTx/>
              <a:buNone/>
              <a:defRPr/>
            </a:pPr>
            <a:endParaRPr lang="es-MX" altLang="en-US" sz="2400" dirty="0"/>
          </a:p>
          <a:p>
            <a:pPr marL="182880" indent="-182880" fontAlgn="auto">
              <a:spcBef>
                <a:spcPct val="0"/>
              </a:spcBef>
              <a:spcAft>
                <a:spcPts val="0"/>
              </a:spcAft>
              <a:buFontTx/>
              <a:buNone/>
              <a:defRPr/>
            </a:pPr>
            <a:endParaRPr lang="es-MX" altLang="en-US" sz="2400" dirty="0"/>
          </a:p>
          <a:p>
            <a:pPr lvl="2" indent="-182880" fontAlgn="auto">
              <a:spcBef>
                <a:spcPct val="0"/>
              </a:spcBef>
              <a:buClr>
                <a:srgbClr val="632523"/>
              </a:buClr>
              <a:buFont typeface="Wingdings" panose="05000000000000000000" pitchFamily="2" charset="2"/>
              <a:buChar char="ü"/>
              <a:defRPr/>
            </a:pPr>
            <a:r>
              <a:rPr lang="es-MX" altLang="en-US" sz="2400" dirty="0"/>
              <a:t> </a:t>
            </a:r>
            <a:r>
              <a:rPr lang="es-ES_tradnl" altLang="en-US" sz="2400" dirty="0"/>
              <a:t>Establecer  planes de acción </a:t>
            </a:r>
          </a:p>
          <a:p>
            <a:pPr lvl="2" indent="-182880" fontAlgn="auto">
              <a:spcBef>
                <a:spcPct val="0"/>
              </a:spcBef>
              <a:buClr>
                <a:srgbClr val="632523"/>
              </a:buClr>
              <a:buFont typeface="Wingdings" panose="05000000000000000000" pitchFamily="2" charset="2"/>
              <a:buChar char="ü"/>
              <a:defRPr/>
            </a:pPr>
            <a:r>
              <a:rPr lang="es-ES_tradnl" altLang="en-US" sz="2400" dirty="0"/>
              <a:t> Orientar al personal hacia los resultados de tu área o unidad de negocios</a:t>
            </a:r>
          </a:p>
          <a:p>
            <a:pPr lvl="2" indent="-182880" fontAlgn="auto">
              <a:spcBef>
                <a:spcPct val="0"/>
              </a:spcBef>
              <a:buClr>
                <a:srgbClr val="632523"/>
              </a:buClr>
              <a:buFont typeface="Wingdings" panose="05000000000000000000" pitchFamily="2" charset="2"/>
              <a:buChar char="ü"/>
              <a:defRPr/>
            </a:pPr>
            <a:r>
              <a:rPr lang="es-ES_tradnl" altLang="en-US" sz="2400" dirty="0"/>
              <a:t> Mejorar la operación o el “cómo se están haciendo las cosas”</a:t>
            </a:r>
          </a:p>
          <a:p>
            <a:pPr lvl="2" indent="-182880" fontAlgn="auto">
              <a:spcBef>
                <a:spcPct val="0"/>
              </a:spcBef>
              <a:buClr>
                <a:srgbClr val="632523"/>
              </a:buClr>
              <a:buFont typeface="Wingdings" panose="05000000000000000000" pitchFamily="2" charset="2"/>
              <a:buChar char="ü"/>
              <a:defRPr/>
            </a:pPr>
            <a:r>
              <a:rPr lang="es-ES_tradnl" altLang="en-US" sz="2400" dirty="0"/>
              <a:t> Es una excelente herramienta para impulsar la Creatividad e Innovación</a:t>
            </a:r>
          </a:p>
          <a:p>
            <a:pPr lvl="2" indent="-182880" fontAlgn="auto">
              <a:spcBef>
                <a:spcPct val="0"/>
              </a:spcBef>
              <a:buClr>
                <a:srgbClr val="632523"/>
              </a:buClr>
              <a:buFont typeface="Wingdings" panose="05000000000000000000" pitchFamily="2" charset="2"/>
              <a:buChar char="ü"/>
              <a:defRPr/>
            </a:pPr>
            <a:r>
              <a:rPr lang="es-ES_tradnl" altLang="en-US" sz="2400" dirty="0"/>
              <a:t> Es una excelente herramienta para procesos de “Change Management”</a:t>
            </a:r>
            <a:endParaRPr lang="es-MX" altLang="en-US" sz="2400" dirty="0"/>
          </a:p>
          <a:p>
            <a:pPr marL="182880" indent="-182880" fontAlgn="auto">
              <a:spcBef>
                <a:spcPct val="0"/>
              </a:spcBef>
              <a:spcAft>
                <a:spcPts val="0"/>
              </a:spcAft>
              <a:buFontTx/>
              <a:buNone/>
              <a:defRPr/>
            </a:pPr>
            <a:endParaRPr lang="es-MX" altLang="en-US" dirty="0"/>
          </a:p>
          <a:p>
            <a:pPr marL="0" indent="0" fontAlgn="auto">
              <a:spcAft>
                <a:spcPts val="0"/>
              </a:spcAft>
              <a:buNone/>
              <a:defRPr/>
            </a:pPr>
            <a:endParaRPr lang="en-US" dirty="0"/>
          </a:p>
        </p:txBody>
      </p:sp>
    </p:spTree>
    <p:extLst>
      <p:ext uri="{BB962C8B-B14F-4D97-AF65-F5344CB8AC3E}">
        <p14:creationId xmlns:p14="http://schemas.microsoft.com/office/powerpoint/2010/main" val="20772437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DA42-113B-7B57-E55F-B61D7C1BD4E4}"/>
              </a:ext>
            </a:extLst>
          </p:cNvPr>
          <p:cNvSpPr>
            <a:spLocks noGrp="1"/>
          </p:cNvSpPr>
          <p:nvPr>
            <p:ph type="title"/>
          </p:nvPr>
        </p:nvSpPr>
        <p:spPr>
          <a:xfrm>
            <a:off x="8983566" y="2345167"/>
            <a:ext cx="2947482" cy="3376355"/>
          </a:xfrm>
        </p:spPr>
        <p:txBody>
          <a:bodyPr anchor="ctr">
            <a:normAutofit/>
          </a:bodyPr>
          <a:lstStyle/>
          <a:p>
            <a:r>
              <a:rPr lang="en-US" dirty="0" err="1"/>
              <a:t>Referencias</a:t>
            </a:r>
            <a:endParaRPr lang="en-PR" dirty="0"/>
          </a:p>
        </p:txBody>
      </p:sp>
      <p:graphicFrame>
        <p:nvGraphicFramePr>
          <p:cNvPr id="5" name="Text Placeholder 2">
            <a:extLst>
              <a:ext uri="{FF2B5EF4-FFF2-40B4-BE49-F238E27FC236}">
                <a16:creationId xmlns:a16="http://schemas.microsoft.com/office/drawing/2014/main" id="{45937695-0C54-340D-58AC-1AA7AACA23E1}"/>
              </a:ext>
            </a:extLst>
          </p:cNvPr>
          <p:cNvGraphicFramePr/>
          <p:nvPr>
            <p:extLst>
              <p:ext uri="{D42A27DB-BD31-4B8C-83A1-F6EECF244321}">
                <p14:modId xmlns:p14="http://schemas.microsoft.com/office/powerpoint/2010/main" val="925612456"/>
              </p:ext>
            </p:extLst>
          </p:nvPr>
        </p:nvGraphicFramePr>
        <p:xfrm>
          <a:off x="951133" y="346841"/>
          <a:ext cx="7551735" cy="6085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2000774"/>
      </p:ext>
    </p:extLst>
  </p:cSld>
  <p:clrMapOvr>
    <a:masterClrMapping/>
  </p:clrMapOvr>
</p:sld>
</file>

<file path=ppt/theme/theme1.xml><?xml version="1.0" encoding="utf-8"?>
<a:theme xmlns:a="http://schemas.openxmlformats.org/drawingml/2006/main" name="Frame">
  <a:themeElements>
    <a:clrScheme name="Custom 18">
      <a:dk1>
        <a:srgbClr val="FFFFFF"/>
      </a:dk1>
      <a:lt1>
        <a:sysClr val="window" lastClr="FFFFFF"/>
      </a:lt1>
      <a:dk2>
        <a:srgbClr val="454545"/>
      </a:dk2>
      <a:lt2>
        <a:srgbClr val="595959"/>
      </a:lt2>
      <a:accent1>
        <a:srgbClr val="586EA6"/>
      </a:accent1>
      <a:accent2>
        <a:srgbClr val="B71E42"/>
      </a:accent2>
      <a:accent3>
        <a:srgbClr val="002060"/>
      </a:accent3>
      <a:accent4>
        <a:srgbClr val="586EA6"/>
      </a:accent4>
      <a:accent5>
        <a:srgbClr val="586EA6"/>
      </a:accent5>
      <a:accent6>
        <a:srgbClr val="6892A0"/>
      </a:accent6>
      <a:hlink>
        <a:srgbClr val="B71E42"/>
      </a:hlink>
      <a:folHlink>
        <a:srgbClr val="586EA6"/>
      </a:folHlink>
    </a:clrScheme>
    <a:fontScheme name="Default">
      <a:majorFont>
        <a:latin typeface="Arial"/>
        <a:ea typeface=""/>
        <a:cs typeface=""/>
      </a:majorFont>
      <a:minorFont>
        <a:latin typeface="Arial"/>
        <a:ea typeface=""/>
        <a:cs typeface=""/>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00915908_Getting to know your classmate_RVA_v3.potx" id="{3AB90CC0-EE9A-4719-A10E-2B9C37D95451}" vid="{F0D04700-138B-4F65-8F40-43A8301C62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C3F4922-B139-402E-9C20-CC7FB72E5B59}">
  <ds:schemaRefs>
    <ds:schemaRef ds:uri="http://schemas.microsoft.com/sharepoint/v3/contenttype/forms"/>
  </ds:schemaRefs>
</ds:datastoreItem>
</file>

<file path=customXml/itemProps2.xml><?xml version="1.0" encoding="utf-8"?>
<ds:datastoreItem xmlns:ds="http://schemas.openxmlformats.org/officeDocument/2006/customXml" ds:itemID="{01A50BC3-FC9F-491A-A65B-E638982E34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225736-1374-4CAC-8B19-47C9871FFC7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Getting to know your classmate</Template>
  <TotalTime>370</TotalTime>
  <Words>2011</Words>
  <Application>Microsoft Office PowerPoint</Application>
  <PresentationFormat>Widescreen</PresentationFormat>
  <Paragraphs>204</Paragraphs>
  <Slides>46</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Tahoma</vt:lpstr>
      <vt:lpstr>Wingdings</vt:lpstr>
      <vt:lpstr>Wingdings 2</vt:lpstr>
      <vt:lpstr>Frame</vt:lpstr>
      <vt:lpstr>El Modelo Grow en la Escuelas</vt:lpstr>
      <vt:lpstr>Reflexión: El mundo cambio la educación también</vt:lpstr>
      <vt:lpstr>Propósito del Taller</vt:lpstr>
      <vt:lpstr>Visión del DEPR</vt:lpstr>
      <vt:lpstr>Cultura del Uso de Datos</vt:lpstr>
      <vt:lpstr>Qué es el Modelo Grow</vt:lpstr>
      <vt:lpstr>Continuación</vt:lpstr>
      <vt:lpstr>MODELO DE GROW </vt:lpstr>
      <vt:lpstr>Cinco Fases del Modelo Grow</vt:lpstr>
      <vt:lpstr>Fases del Modelo Grow</vt:lpstr>
      <vt:lpstr>Primera Fase: Estableciendo las Metas </vt:lpstr>
      <vt:lpstr>Primera Fase: Estableciendo las Metas</vt:lpstr>
      <vt:lpstr>Posibles Barreras: Fase Metas </vt:lpstr>
      <vt:lpstr>Síntomas de una sesión exitosa: Fase Metas  </vt:lpstr>
      <vt:lpstr>Segunda Fase: Objetivos </vt:lpstr>
      <vt:lpstr>Para hacer los objetivos SMART</vt:lpstr>
      <vt:lpstr>PowerPoint Presentation</vt:lpstr>
      <vt:lpstr>Segunda Fase: Objetivos </vt:lpstr>
      <vt:lpstr>Segunda Fase: Objetivos </vt:lpstr>
      <vt:lpstr>Posibles Barreras: Fase Objetivos </vt:lpstr>
      <vt:lpstr>Síntomas de una sesión exitosa: Fase Objetivos  </vt:lpstr>
      <vt:lpstr>Tercer Fase: Realidad </vt:lpstr>
      <vt:lpstr>PowerPoint Presentation</vt:lpstr>
      <vt:lpstr>Posibles Barreras: Fase Realidad </vt:lpstr>
      <vt:lpstr>Síntomas de una sesión exitosa: Fase Realidad  </vt:lpstr>
      <vt:lpstr>Cuarta Fase: Opciones </vt:lpstr>
      <vt:lpstr>PowerPoint Presentation</vt:lpstr>
      <vt:lpstr>Posibles Barreras: Fase Opciones  </vt:lpstr>
      <vt:lpstr>Síntomas de una sesión exitosa: Fase Opciones  </vt:lpstr>
      <vt:lpstr>Quinta Fase: Cierre </vt:lpstr>
      <vt:lpstr>PowerPoint Presentation</vt:lpstr>
      <vt:lpstr>PowerPoint Presentation</vt:lpstr>
      <vt:lpstr>PowerPoint Presentation</vt:lpstr>
      <vt:lpstr>Ejemplo Práctico: Docente</vt:lpstr>
      <vt:lpstr>Ejemplo Práctico: Estudiante</vt:lpstr>
      <vt:lpstr>Implementación de un Plan de Grow</vt:lpstr>
      <vt:lpstr>Creación del Plan de Datos – Modelo Grow</vt:lpstr>
      <vt:lpstr>Ejemplos: Objetivos por Programa Académico</vt:lpstr>
      <vt:lpstr>Rúbrica de Implementación</vt:lpstr>
      <vt:lpstr>Actividades de Aplicación</vt:lpstr>
      <vt:lpstr>Actividad 1 – Análisis de Datos con GROW</vt:lpstr>
      <vt:lpstr>Actividad 2 – Diseño de Metas SMART y Rúbrica</vt:lpstr>
      <vt:lpstr>Actividad 2 – Diseño de Metas SMART y Rúbrica</vt:lpstr>
      <vt:lpstr>Conclusiones</vt:lpstr>
      <vt:lpstr>Conclusiones</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Modelo Grow en la Escuelas</dc:title>
  <dc:creator>Hector Corraliza</dc:creator>
  <cp:lastModifiedBy>Héctor J. Corraliza Montero</cp:lastModifiedBy>
  <cp:revision>12</cp:revision>
  <dcterms:created xsi:type="dcterms:W3CDTF">2023-06-06T13:49:07Z</dcterms:created>
  <dcterms:modified xsi:type="dcterms:W3CDTF">2025-09-18T15:18:00Z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